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26"/>
    <p:restoredTop sz="94643"/>
  </p:normalViewPr>
  <p:slideViewPr>
    <p:cSldViewPr snapToGrid="0">
      <p:cViewPr varScale="1">
        <p:scale>
          <a:sx n="92" d="100"/>
          <a:sy n="92" d="100"/>
        </p:scale>
        <p:origin x="18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2EC1AF-A1C6-4426-B9A1-E47DFFE1D9F0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E6BF816-05F7-4C13-BC51-EDB653AEB1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Already</a:t>
          </a:r>
          <a:r>
            <a:rPr lang="zh-CN"/>
            <a:t> </a:t>
          </a:r>
          <a:r>
            <a:rPr lang="en-US"/>
            <a:t>on</a:t>
          </a:r>
          <a:r>
            <a:rPr lang="zh-CN"/>
            <a:t> </a:t>
          </a:r>
          <a:r>
            <a:rPr lang="en-US"/>
            <a:t>board</a:t>
          </a:r>
        </a:p>
      </dgm:t>
    </dgm:pt>
    <dgm:pt modelId="{DD6ED850-3F9B-474A-825B-FCFFDFCD0D64}" type="parTrans" cxnId="{CB8361ED-C30C-4162-ABCA-D7806B8CD518}">
      <dgm:prSet/>
      <dgm:spPr/>
      <dgm:t>
        <a:bodyPr/>
        <a:lstStyle/>
        <a:p>
          <a:endParaRPr lang="en-US"/>
        </a:p>
      </dgm:t>
    </dgm:pt>
    <dgm:pt modelId="{EBF298A2-A870-482B-951F-59BF3A8E08C6}" type="sibTrans" cxnId="{CB8361ED-C30C-4162-ABCA-D7806B8CD518}">
      <dgm:prSet/>
      <dgm:spPr/>
      <dgm:t>
        <a:bodyPr/>
        <a:lstStyle/>
        <a:p>
          <a:endParaRPr lang="en-US"/>
        </a:p>
      </dgm:t>
    </dgm:pt>
    <dgm:pt modelId="{D3B4237D-6A9B-46EF-99F9-74CEDBF39C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Debugging</a:t>
          </a:r>
          <a:r>
            <a:rPr lang="zh-CN"/>
            <a:t> </a:t>
          </a:r>
          <a:r>
            <a:rPr lang="en-US"/>
            <a:t>edge</a:t>
          </a:r>
          <a:r>
            <a:rPr lang="zh-CN"/>
            <a:t> </a:t>
          </a:r>
          <a:r>
            <a:rPr lang="en-US"/>
            <a:t>impulse</a:t>
          </a:r>
          <a:r>
            <a:rPr lang="zh-CN"/>
            <a:t> </a:t>
          </a:r>
          <a:r>
            <a:rPr lang="en-US"/>
            <a:t>library</a:t>
          </a:r>
          <a:r>
            <a:rPr lang="zh-CN"/>
            <a:t> </a:t>
          </a:r>
          <a:r>
            <a:rPr lang="en-US"/>
            <a:t>issues</a:t>
          </a:r>
        </a:p>
      </dgm:t>
    </dgm:pt>
    <dgm:pt modelId="{1F18DD8E-5A0F-4BC0-8BA3-BC6432F273B8}" type="parTrans" cxnId="{4655CDEC-55D1-4EF4-9A01-88610C76BA39}">
      <dgm:prSet/>
      <dgm:spPr/>
      <dgm:t>
        <a:bodyPr/>
        <a:lstStyle/>
        <a:p>
          <a:endParaRPr lang="en-US"/>
        </a:p>
      </dgm:t>
    </dgm:pt>
    <dgm:pt modelId="{0A8F34D6-C863-44BC-B305-D4DEC6FABC44}" type="sibTrans" cxnId="{4655CDEC-55D1-4EF4-9A01-88610C76BA39}">
      <dgm:prSet/>
      <dgm:spPr/>
      <dgm:t>
        <a:bodyPr/>
        <a:lstStyle/>
        <a:p>
          <a:endParaRPr lang="en-US"/>
        </a:p>
      </dgm:t>
    </dgm:pt>
    <dgm:pt modelId="{7A2D8C7E-68FE-4CFC-9672-13916D0772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Collect</a:t>
          </a:r>
          <a:r>
            <a:rPr lang="zh-CN"/>
            <a:t> </a:t>
          </a:r>
          <a:r>
            <a:rPr lang="en-US"/>
            <a:t>accuracy</a:t>
          </a:r>
          <a:r>
            <a:rPr lang="zh-CN"/>
            <a:t> </a:t>
          </a:r>
          <a:r>
            <a:rPr lang="en-US"/>
            <a:t>data</a:t>
          </a:r>
        </a:p>
      </dgm:t>
    </dgm:pt>
    <dgm:pt modelId="{F85693F3-CA8E-4083-BEEF-5C9D766F83CB}" type="parTrans" cxnId="{6EB5D2B6-E9CA-418A-8137-A78B4AFD1D12}">
      <dgm:prSet/>
      <dgm:spPr/>
      <dgm:t>
        <a:bodyPr/>
        <a:lstStyle/>
        <a:p>
          <a:endParaRPr lang="en-US"/>
        </a:p>
      </dgm:t>
    </dgm:pt>
    <dgm:pt modelId="{0B33023F-F4AE-4A89-833F-ACFEF812A671}" type="sibTrans" cxnId="{6EB5D2B6-E9CA-418A-8137-A78B4AFD1D12}">
      <dgm:prSet/>
      <dgm:spPr/>
      <dgm:t>
        <a:bodyPr/>
        <a:lstStyle/>
        <a:p>
          <a:endParaRPr lang="en-US"/>
        </a:p>
      </dgm:t>
    </dgm:pt>
    <dgm:pt modelId="{814AD927-6D3E-4D72-9F10-77890E1B8EA5}" type="pres">
      <dgm:prSet presAssocID="{D92EC1AF-A1C6-4426-B9A1-E47DFFE1D9F0}" presName="root" presStyleCnt="0">
        <dgm:presLayoutVars>
          <dgm:dir/>
          <dgm:resizeHandles val="exact"/>
        </dgm:presLayoutVars>
      </dgm:prSet>
      <dgm:spPr/>
    </dgm:pt>
    <dgm:pt modelId="{1D9145F7-1ADA-40C0-BC51-E2F40978484D}" type="pres">
      <dgm:prSet presAssocID="{CE6BF816-05F7-4C13-BC51-EDB653AEB123}" presName="compNode" presStyleCnt="0"/>
      <dgm:spPr/>
    </dgm:pt>
    <dgm:pt modelId="{89AF686B-051A-45B0-AC3A-16CDDB769442}" type="pres">
      <dgm:prSet presAssocID="{CE6BF816-05F7-4C13-BC51-EDB653AEB12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BA4B03F-1939-4865-A12A-386302C709BD}" type="pres">
      <dgm:prSet presAssocID="{CE6BF816-05F7-4C13-BC51-EDB653AEB123}" presName="spaceRect" presStyleCnt="0"/>
      <dgm:spPr/>
    </dgm:pt>
    <dgm:pt modelId="{4B8960F2-748E-4FF1-AE9F-ABA433201D91}" type="pres">
      <dgm:prSet presAssocID="{CE6BF816-05F7-4C13-BC51-EDB653AEB123}" presName="textRect" presStyleLbl="revTx" presStyleIdx="0" presStyleCnt="3">
        <dgm:presLayoutVars>
          <dgm:chMax val="1"/>
          <dgm:chPref val="1"/>
        </dgm:presLayoutVars>
      </dgm:prSet>
      <dgm:spPr/>
    </dgm:pt>
    <dgm:pt modelId="{FB48A088-6785-4B3D-AFA8-7C928AAFE673}" type="pres">
      <dgm:prSet presAssocID="{EBF298A2-A870-482B-951F-59BF3A8E08C6}" presName="sibTrans" presStyleCnt="0"/>
      <dgm:spPr/>
    </dgm:pt>
    <dgm:pt modelId="{E92449E3-6491-4251-B436-9FFB8431DB9C}" type="pres">
      <dgm:prSet presAssocID="{D3B4237D-6A9B-46EF-99F9-74CEDBF39C3F}" presName="compNode" presStyleCnt="0"/>
      <dgm:spPr/>
    </dgm:pt>
    <dgm:pt modelId="{94066B69-3AAA-48AD-89FD-1BCE0298C9E5}" type="pres">
      <dgm:prSet presAssocID="{D3B4237D-6A9B-46EF-99F9-74CEDBF39C3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9018131-C7CE-4CA6-A048-2DD305D1A37B}" type="pres">
      <dgm:prSet presAssocID="{D3B4237D-6A9B-46EF-99F9-74CEDBF39C3F}" presName="spaceRect" presStyleCnt="0"/>
      <dgm:spPr/>
    </dgm:pt>
    <dgm:pt modelId="{3E5E4E40-0041-408D-B65A-D81456F5C536}" type="pres">
      <dgm:prSet presAssocID="{D3B4237D-6A9B-46EF-99F9-74CEDBF39C3F}" presName="textRect" presStyleLbl="revTx" presStyleIdx="1" presStyleCnt="3">
        <dgm:presLayoutVars>
          <dgm:chMax val="1"/>
          <dgm:chPref val="1"/>
        </dgm:presLayoutVars>
      </dgm:prSet>
      <dgm:spPr/>
    </dgm:pt>
    <dgm:pt modelId="{CC137FBF-641A-42BF-8A9F-0D6A952C9539}" type="pres">
      <dgm:prSet presAssocID="{0A8F34D6-C863-44BC-B305-D4DEC6FABC44}" presName="sibTrans" presStyleCnt="0"/>
      <dgm:spPr/>
    </dgm:pt>
    <dgm:pt modelId="{B88D0E7C-C7E7-4EA9-BDA9-9007EC1AC063}" type="pres">
      <dgm:prSet presAssocID="{7A2D8C7E-68FE-4CFC-9672-13916D077292}" presName="compNode" presStyleCnt="0"/>
      <dgm:spPr/>
    </dgm:pt>
    <dgm:pt modelId="{74564252-A47C-4A0A-9CA7-4E0E7FE290D3}" type="pres">
      <dgm:prSet presAssocID="{7A2D8C7E-68FE-4CFC-9672-13916D0772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D530A4D5-25BA-4D8A-9D2E-3B6417015D0B}" type="pres">
      <dgm:prSet presAssocID="{7A2D8C7E-68FE-4CFC-9672-13916D077292}" presName="spaceRect" presStyleCnt="0"/>
      <dgm:spPr/>
    </dgm:pt>
    <dgm:pt modelId="{6CD1C5EE-AAD9-450B-867D-7F038DEB8851}" type="pres">
      <dgm:prSet presAssocID="{7A2D8C7E-68FE-4CFC-9672-13916D07729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87ECB14-65CD-475A-9C4A-6438FAF1EDF0}" type="presOf" srcId="{7A2D8C7E-68FE-4CFC-9672-13916D077292}" destId="{6CD1C5EE-AAD9-450B-867D-7F038DEB8851}" srcOrd="0" destOrd="0" presId="urn:microsoft.com/office/officeart/2018/2/layout/IconLabelList"/>
    <dgm:cxn modelId="{7FBEB49B-B615-44E9-AC55-374FF72C501C}" type="presOf" srcId="{D3B4237D-6A9B-46EF-99F9-74CEDBF39C3F}" destId="{3E5E4E40-0041-408D-B65A-D81456F5C536}" srcOrd="0" destOrd="0" presId="urn:microsoft.com/office/officeart/2018/2/layout/IconLabelList"/>
    <dgm:cxn modelId="{61ED03A7-33FF-4D89-B32A-24CAACA2C534}" type="presOf" srcId="{CE6BF816-05F7-4C13-BC51-EDB653AEB123}" destId="{4B8960F2-748E-4FF1-AE9F-ABA433201D91}" srcOrd="0" destOrd="0" presId="urn:microsoft.com/office/officeart/2018/2/layout/IconLabelList"/>
    <dgm:cxn modelId="{6EB5D2B6-E9CA-418A-8137-A78B4AFD1D12}" srcId="{D92EC1AF-A1C6-4426-B9A1-E47DFFE1D9F0}" destId="{7A2D8C7E-68FE-4CFC-9672-13916D077292}" srcOrd="2" destOrd="0" parTransId="{F85693F3-CA8E-4083-BEEF-5C9D766F83CB}" sibTransId="{0B33023F-F4AE-4A89-833F-ACFEF812A671}"/>
    <dgm:cxn modelId="{66ED77BB-8690-4333-B2D7-9D445E15A6AC}" type="presOf" srcId="{D92EC1AF-A1C6-4426-B9A1-E47DFFE1D9F0}" destId="{814AD927-6D3E-4D72-9F10-77890E1B8EA5}" srcOrd="0" destOrd="0" presId="urn:microsoft.com/office/officeart/2018/2/layout/IconLabelList"/>
    <dgm:cxn modelId="{4655CDEC-55D1-4EF4-9A01-88610C76BA39}" srcId="{D92EC1AF-A1C6-4426-B9A1-E47DFFE1D9F0}" destId="{D3B4237D-6A9B-46EF-99F9-74CEDBF39C3F}" srcOrd="1" destOrd="0" parTransId="{1F18DD8E-5A0F-4BC0-8BA3-BC6432F273B8}" sibTransId="{0A8F34D6-C863-44BC-B305-D4DEC6FABC44}"/>
    <dgm:cxn modelId="{CB8361ED-C30C-4162-ABCA-D7806B8CD518}" srcId="{D92EC1AF-A1C6-4426-B9A1-E47DFFE1D9F0}" destId="{CE6BF816-05F7-4C13-BC51-EDB653AEB123}" srcOrd="0" destOrd="0" parTransId="{DD6ED850-3F9B-474A-825B-FCFFDFCD0D64}" sibTransId="{EBF298A2-A870-482B-951F-59BF3A8E08C6}"/>
    <dgm:cxn modelId="{AAC1C656-7093-4118-8488-ED3C8BF53443}" type="presParOf" srcId="{814AD927-6D3E-4D72-9F10-77890E1B8EA5}" destId="{1D9145F7-1ADA-40C0-BC51-E2F40978484D}" srcOrd="0" destOrd="0" presId="urn:microsoft.com/office/officeart/2018/2/layout/IconLabelList"/>
    <dgm:cxn modelId="{1BEDD057-6F37-487B-823A-AA3941E72700}" type="presParOf" srcId="{1D9145F7-1ADA-40C0-BC51-E2F40978484D}" destId="{89AF686B-051A-45B0-AC3A-16CDDB769442}" srcOrd="0" destOrd="0" presId="urn:microsoft.com/office/officeart/2018/2/layout/IconLabelList"/>
    <dgm:cxn modelId="{EFD1FA3F-C896-4F57-9CFA-9DDC64188601}" type="presParOf" srcId="{1D9145F7-1ADA-40C0-BC51-E2F40978484D}" destId="{4BA4B03F-1939-4865-A12A-386302C709BD}" srcOrd="1" destOrd="0" presId="urn:microsoft.com/office/officeart/2018/2/layout/IconLabelList"/>
    <dgm:cxn modelId="{04A34F4D-B3E4-4D41-81EF-E166F50065E6}" type="presParOf" srcId="{1D9145F7-1ADA-40C0-BC51-E2F40978484D}" destId="{4B8960F2-748E-4FF1-AE9F-ABA433201D91}" srcOrd="2" destOrd="0" presId="urn:microsoft.com/office/officeart/2018/2/layout/IconLabelList"/>
    <dgm:cxn modelId="{290B46E7-12BF-4DBD-8DDD-4A2B5C2ED5E3}" type="presParOf" srcId="{814AD927-6D3E-4D72-9F10-77890E1B8EA5}" destId="{FB48A088-6785-4B3D-AFA8-7C928AAFE673}" srcOrd="1" destOrd="0" presId="urn:microsoft.com/office/officeart/2018/2/layout/IconLabelList"/>
    <dgm:cxn modelId="{4FE84F56-FE96-49AB-8BFB-9F52526B448B}" type="presParOf" srcId="{814AD927-6D3E-4D72-9F10-77890E1B8EA5}" destId="{E92449E3-6491-4251-B436-9FFB8431DB9C}" srcOrd="2" destOrd="0" presId="urn:microsoft.com/office/officeart/2018/2/layout/IconLabelList"/>
    <dgm:cxn modelId="{E99CB37E-FCA1-49ED-A7F2-97D8A9CFDACD}" type="presParOf" srcId="{E92449E3-6491-4251-B436-9FFB8431DB9C}" destId="{94066B69-3AAA-48AD-89FD-1BCE0298C9E5}" srcOrd="0" destOrd="0" presId="urn:microsoft.com/office/officeart/2018/2/layout/IconLabelList"/>
    <dgm:cxn modelId="{33EC4674-4322-4725-918F-61E726224934}" type="presParOf" srcId="{E92449E3-6491-4251-B436-9FFB8431DB9C}" destId="{D9018131-C7CE-4CA6-A048-2DD305D1A37B}" srcOrd="1" destOrd="0" presId="urn:microsoft.com/office/officeart/2018/2/layout/IconLabelList"/>
    <dgm:cxn modelId="{AD29CB2F-2F3F-4FF9-9803-FBD52F324A91}" type="presParOf" srcId="{E92449E3-6491-4251-B436-9FFB8431DB9C}" destId="{3E5E4E40-0041-408D-B65A-D81456F5C536}" srcOrd="2" destOrd="0" presId="urn:microsoft.com/office/officeart/2018/2/layout/IconLabelList"/>
    <dgm:cxn modelId="{503EBE84-CC83-4545-89C8-07B973EB10C1}" type="presParOf" srcId="{814AD927-6D3E-4D72-9F10-77890E1B8EA5}" destId="{CC137FBF-641A-42BF-8A9F-0D6A952C9539}" srcOrd="3" destOrd="0" presId="urn:microsoft.com/office/officeart/2018/2/layout/IconLabelList"/>
    <dgm:cxn modelId="{C5D10967-5D16-4CEA-AF57-2D42B8A17E35}" type="presParOf" srcId="{814AD927-6D3E-4D72-9F10-77890E1B8EA5}" destId="{B88D0E7C-C7E7-4EA9-BDA9-9007EC1AC063}" srcOrd="4" destOrd="0" presId="urn:microsoft.com/office/officeart/2018/2/layout/IconLabelList"/>
    <dgm:cxn modelId="{D96177B1-65C0-415C-B7F6-C62BB7C04CB5}" type="presParOf" srcId="{B88D0E7C-C7E7-4EA9-BDA9-9007EC1AC063}" destId="{74564252-A47C-4A0A-9CA7-4E0E7FE290D3}" srcOrd="0" destOrd="0" presId="urn:microsoft.com/office/officeart/2018/2/layout/IconLabelList"/>
    <dgm:cxn modelId="{BF7C9CC7-FFF6-487A-8FA3-BF81BBA7CF51}" type="presParOf" srcId="{B88D0E7C-C7E7-4EA9-BDA9-9007EC1AC063}" destId="{D530A4D5-25BA-4D8A-9D2E-3B6417015D0B}" srcOrd="1" destOrd="0" presId="urn:microsoft.com/office/officeart/2018/2/layout/IconLabelList"/>
    <dgm:cxn modelId="{9ADAAFCB-BC76-4FF4-A8BF-2E819397C3E0}" type="presParOf" srcId="{B88D0E7C-C7E7-4EA9-BDA9-9007EC1AC063}" destId="{6CD1C5EE-AAD9-450B-867D-7F038DEB885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C80E3F6-29AA-4D7A-A547-FA5F0D74926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14F55B7C-0D06-489B-A84C-108E385728D8}">
      <dgm:prSet/>
      <dgm:spPr/>
      <dgm:t>
        <a:bodyPr/>
        <a:lstStyle/>
        <a:p>
          <a:pPr>
            <a:defRPr cap="all"/>
          </a:pPr>
          <a:r>
            <a:rPr lang="en-US"/>
            <a:t>For</a:t>
          </a:r>
          <a:r>
            <a:rPr lang="zh-CN"/>
            <a:t> </a:t>
          </a:r>
          <a:r>
            <a:rPr lang="en-US"/>
            <a:t>implementation</a:t>
          </a:r>
          <a:r>
            <a:rPr lang="zh-CN"/>
            <a:t> </a:t>
          </a:r>
          <a:r>
            <a:rPr lang="en-US"/>
            <a:t>include</a:t>
          </a:r>
          <a:r>
            <a:rPr lang="zh-CN"/>
            <a:t> </a:t>
          </a:r>
          <a:r>
            <a:rPr lang="en-US"/>
            <a:t>more</a:t>
          </a:r>
          <a:r>
            <a:rPr lang="zh-CN"/>
            <a:t> </a:t>
          </a:r>
          <a:r>
            <a:rPr lang="en-US"/>
            <a:t>spices</a:t>
          </a:r>
        </a:p>
      </dgm:t>
    </dgm:pt>
    <dgm:pt modelId="{37630B58-EDE8-4B47-994C-150EDCB6999B}" type="parTrans" cxnId="{D9D1619D-7B4D-4E51-A72B-5CEF1EFB75F2}">
      <dgm:prSet/>
      <dgm:spPr/>
      <dgm:t>
        <a:bodyPr/>
        <a:lstStyle/>
        <a:p>
          <a:endParaRPr lang="en-US"/>
        </a:p>
      </dgm:t>
    </dgm:pt>
    <dgm:pt modelId="{BDF0D4D0-B68D-48C4-9B45-5626D882F2A3}" type="sibTrans" cxnId="{D9D1619D-7B4D-4E51-A72B-5CEF1EFB75F2}">
      <dgm:prSet/>
      <dgm:spPr/>
      <dgm:t>
        <a:bodyPr/>
        <a:lstStyle/>
        <a:p>
          <a:endParaRPr lang="en-US"/>
        </a:p>
      </dgm:t>
    </dgm:pt>
    <dgm:pt modelId="{2B28DDE7-513C-4C98-A83D-668B5A67FD35}">
      <dgm:prSet/>
      <dgm:spPr/>
      <dgm:t>
        <a:bodyPr/>
        <a:lstStyle/>
        <a:p>
          <a:pPr>
            <a:defRPr cap="all"/>
          </a:pPr>
          <a:r>
            <a:rPr lang="en-US" altLang="zh-CN" dirty="0"/>
            <a:t>Analysis</a:t>
          </a:r>
          <a:r>
            <a:rPr lang="zh-CN" altLang="en-US" dirty="0"/>
            <a:t> </a:t>
          </a:r>
          <a:r>
            <a:rPr lang="en-US" altLang="zh-CN" dirty="0"/>
            <a:t>of</a:t>
          </a:r>
          <a:r>
            <a:rPr lang="zh-CN" altLang="en-US" dirty="0"/>
            <a:t> </a:t>
          </a:r>
          <a:r>
            <a:rPr lang="en-US" altLang="zh-CN" dirty="0"/>
            <a:t>Data</a:t>
          </a:r>
        </a:p>
        <a:p>
          <a:pPr>
            <a:defRPr cap="all"/>
          </a:pPr>
          <a:r>
            <a:rPr lang="en-US" altLang="zh-CN" dirty="0"/>
            <a:t>-Accuracy</a:t>
          </a:r>
          <a:r>
            <a:rPr lang="zh-CN" altLang="en-US" dirty="0"/>
            <a:t> </a:t>
          </a:r>
          <a:r>
            <a:rPr lang="en-US" altLang="zh-CN" dirty="0"/>
            <a:t>across</a:t>
          </a:r>
          <a:r>
            <a:rPr lang="zh-CN" altLang="en-US" dirty="0"/>
            <a:t> </a:t>
          </a:r>
          <a:r>
            <a:rPr lang="en-US" altLang="zh-CN" dirty="0"/>
            <a:t>species</a:t>
          </a:r>
          <a:r>
            <a:rPr lang="zh-CN" altLang="en-US" dirty="0"/>
            <a:t> </a:t>
          </a:r>
          <a:endParaRPr lang="en-US" dirty="0"/>
        </a:p>
      </dgm:t>
    </dgm:pt>
    <dgm:pt modelId="{03381CAA-92AE-4575-B230-A2555932869D}" type="parTrans" cxnId="{2D29B520-08FC-4F4C-B296-27B38FB22CC3}">
      <dgm:prSet/>
      <dgm:spPr/>
      <dgm:t>
        <a:bodyPr/>
        <a:lstStyle/>
        <a:p>
          <a:endParaRPr lang="en-US"/>
        </a:p>
      </dgm:t>
    </dgm:pt>
    <dgm:pt modelId="{7D376A8E-DFDE-4A42-B4EF-6938051F16B0}" type="sibTrans" cxnId="{2D29B520-08FC-4F4C-B296-27B38FB22CC3}">
      <dgm:prSet/>
      <dgm:spPr/>
      <dgm:t>
        <a:bodyPr/>
        <a:lstStyle/>
        <a:p>
          <a:endParaRPr lang="en-US"/>
        </a:p>
      </dgm:t>
    </dgm:pt>
    <dgm:pt modelId="{B9BD710C-2107-4121-B1A1-43F965075566}">
      <dgm:prSet/>
      <dgm:spPr/>
      <dgm:t>
        <a:bodyPr/>
        <a:lstStyle/>
        <a:p>
          <a:pPr>
            <a:defRPr cap="all"/>
          </a:pPr>
          <a:r>
            <a:rPr lang="en-US" altLang="zh-CN" dirty="0"/>
            <a:t>deliverables</a:t>
          </a:r>
        </a:p>
        <a:p>
          <a:pPr>
            <a:defRPr cap="all"/>
          </a:pPr>
          <a:r>
            <a:rPr lang="en-US" altLang="zh-CN" dirty="0"/>
            <a:t>-Report,</a:t>
          </a:r>
          <a:r>
            <a:rPr lang="zh-CN" altLang="en-US" dirty="0"/>
            <a:t> </a:t>
          </a:r>
          <a:r>
            <a:rPr lang="en-US" altLang="zh-CN" dirty="0"/>
            <a:t>etc.</a:t>
          </a:r>
          <a:endParaRPr lang="en-US" dirty="0"/>
        </a:p>
      </dgm:t>
    </dgm:pt>
    <dgm:pt modelId="{280326C7-161E-4DC1-B47E-CA8D0F0F73E3}" type="parTrans" cxnId="{D7D706C4-58F6-4330-8D28-EA3847E8731C}">
      <dgm:prSet/>
      <dgm:spPr/>
      <dgm:t>
        <a:bodyPr/>
        <a:lstStyle/>
        <a:p>
          <a:endParaRPr lang="en-US"/>
        </a:p>
      </dgm:t>
    </dgm:pt>
    <dgm:pt modelId="{2C6E0F83-08AC-41C7-A460-1B7F9BB1DF81}" type="sibTrans" cxnId="{D7D706C4-58F6-4330-8D28-EA3847E8731C}">
      <dgm:prSet/>
      <dgm:spPr/>
      <dgm:t>
        <a:bodyPr/>
        <a:lstStyle/>
        <a:p>
          <a:endParaRPr lang="en-US"/>
        </a:p>
      </dgm:t>
    </dgm:pt>
    <dgm:pt modelId="{324F174B-F226-4318-B657-DCB35CB506D6}" type="pres">
      <dgm:prSet presAssocID="{EC80E3F6-29AA-4D7A-A547-FA5F0D749261}" presName="root" presStyleCnt="0">
        <dgm:presLayoutVars>
          <dgm:dir/>
          <dgm:resizeHandles val="exact"/>
        </dgm:presLayoutVars>
      </dgm:prSet>
      <dgm:spPr/>
    </dgm:pt>
    <dgm:pt modelId="{167B7F43-2B27-4F59-AC36-F0CF080599F2}" type="pres">
      <dgm:prSet presAssocID="{14F55B7C-0D06-489B-A84C-108E385728D8}" presName="compNode" presStyleCnt="0"/>
      <dgm:spPr/>
    </dgm:pt>
    <dgm:pt modelId="{CAF0D227-01F9-4AD8-9363-536E86094B2F}" type="pres">
      <dgm:prSet presAssocID="{14F55B7C-0D06-489B-A84C-108E385728D8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517B1BD0-9736-40F2-84E3-F14DCECCF04F}" type="pres">
      <dgm:prSet presAssocID="{14F55B7C-0D06-489B-A84C-108E385728D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FE835FB4-4F04-4A76-820A-038CD61ED146}" type="pres">
      <dgm:prSet presAssocID="{14F55B7C-0D06-489B-A84C-108E385728D8}" presName="spaceRect" presStyleCnt="0"/>
      <dgm:spPr/>
    </dgm:pt>
    <dgm:pt modelId="{CD5FC2DD-0464-45C5-A81F-D731EB10E1A6}" type="pres">
      <dgm:prSet presAssocID="{14F55B7C-0D06-489B-A84C-108E385728D8}" presName="textRect" presStyleLbl="revTx" presStyleIdx="0" presStyleCnt="3">
        <dgm:presLayoutVars>
          <dgm:chMax val="1"/>
          <dgm:chPref val="1"/>
        </dgm:presLayoutVars>
      </dgm:prSet>
      <dgm:spPr/>
    </dgm:pt>
    <dgm:pt modelId="{2062A182-7A1B-4E65-B8E6-1AA27D4EF6AA}" type="pres">
      <dgm:prSet presAssocID="{BDF0D4D0-B68D-48C4-9B45-5626D882F2A3}" presName="sibTrans" presStyleCnt="0"/>
      <dgm:spPr/>
    </dgm:pt>
    <dgm:pt modelId="{0EED6CA1-1401-47A7-A4A4-399B2075D06D}" type="pres">
      <dgm:prSet presAssocID="{2B28DDE7-513C-4C98-A83D-668B5A67FD35}" presName="compNode" presStyleCnt="0"/>
      <dgm:spPr/>
    </dgm:pt>
    <dgm:pt modelId="{AE0180D5-E092-41FC-A479-3344F4B5D666}" type="pres">
      <dgm:prSet presAssocID="{2B28DDE7-513C-4C98-A83D-668B5A67FD35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E71368B9-4EE2-42FE-BD54-67D2F4EBD8E4}" type="pres">
      <dgm:prSet presAssocID="{2B28DDE7-513C-4C98-A83D-668B5A67FD3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olume"/>
        </a:ext>
      </dgm:extLst>
    </dgm:pt>
    <dgm:pt modelId="{C2E2009B-FA6A-458C-A811-8F7018AAA10D}" type="pres">
      <dgm:prSet presAssocID="{2B28DDE7-513C-4C98-A83D-668B5A67FD35}" presName="spaceRect" presStyleCnt="0"/>
      <dgm:spPr/>
    </dgm:pt>
    <dgm:pt modelId="{EB4D28A2-B1EE-48FD-9A30-8DE06492A86A}" type="pres">
      <dgm:prSet presAssocID="{2B28DDE7-513C-4C98-A83D-668B5A67FD35}" presName="textRect" presStyleLbl="revTx" presStyleIdx="1" presStyleCnt="3">
        <dgm:presLayoutVars>
          <dgm:chMax val="1"/>
          <dgm:chPref val="1"/>
        </dgm:presLayoutVars>
      </dgm:prSet>
      <dgm:spPr/>
    </dgm:pt>
    <dgm:pt modelId="{4843D7EB-54E3-457D-9E8C-A2440E4524C9}" type="pres">
      <dgm:prSet presAssocID="{7D376A8E-DFDE-4A42-B4EF-6938051F16B0}" presName="sibTrans" presStyleCnt="0"/>
      <dgm:spPr/>
    </dgm:pt>
    <dgm:pt modelId="{DD63AECD-4B57-45FD-8E77-D3D0FE560989}" type="pres">
      <dgm:prSet presAssocID="{B9BD710C-2107-4121-B1A1-43F965075566}" presName="compNode" presStyleCnt="0"/>
      <dgm:spPr/>
    </dgm:pt>
    <dgm:pt modelId="{F1C37AAA-D962-46FF-81D3-1C99E5611DAC}" type="pres">
      <dgm:prSet presAssocID="{B9BD710C-2107-4121-B1A1-43F965075566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F335FDEB-0B00-4AA5-B369-A55916C5AAB6}" type="pres">
      <dgm:prSet presAssocID="{B9BD710C-2107-4121-B1A1-43F96507556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BD09C8F8-E890-4D49-A9BD-D8E344E7E4CA}" type="pres">
      <dgm:prSet presAssocID="{B9BD710C-2107-4121-B1A1-43F965075566}" presName="spaceRect" presStyleCnt="0"/>
      <dgm:spPr/>
    </dgm:pt>
    <dgm:pt modelId="{D0FF55D7-C4A3-41E9-A21A-45F6B87DB998}" type="pres">
      <dgm:prSet presAssocID="{B9BD710C-2107-4121-B1A1-43F96507556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D29B520-08FC-4F4C-B296-27B38FB22CC3}" srcId="{EC80E3F6-29AA-4D7A-A547-FA5F0D749261}" destId="{2B28DDE7-513C-4C98-A83D-668B5A67FD35}" srcOrd="1" destOrd="0" parTransId="{03381CAA-92AE-4575-B230-A2555932869D}" sibTransId="{7D376A8E-DFDE-4A42-B4EF-6938051F16B0}"/>
    <dgm:cxn modelId="{CD46842B-769F-4211-8BFB-4AF4EC85A656}" type="presOf" srcId="{14F55B7C-0D06-489B-A84C-108E385728D8}" destId="{CD5FC2DD-0464-45C5-A81F-D731EB10E1A6}" srcOrd="0" destOrd="0" presId="urn:microsoft.com/office/officeart/2018/5/layout/IconLeafLabelList"/>
    <dgm:cxn modelId="{C8FED036-3A3B-403D-A818-210481FDE50F}" type="presOf" srcId="{2B28DDE7-513C-4C98-A83D-668B5A67FD35}" destId="{EB4D28A2-B1EE-48FD-9A30-8DE06492A86A}" srcOrd="0" destOrd="0" presId="urn:microsoft.com/office/officeart/2018/5/layout/IconLeafLabelList"/>
    <dgm:cxn modelId="{C1C1016E-6DB7-4860-9CA9-50F5546E4E20}" type="presOf" srcId="{B9BD710C-2107-4121-B1A1-43F965075566}" destId="{D0FF55D7-C4A3-41E9-A21A-45F6B87DB998}" srcOrd="0" destOrd="0" presId="urn:microsoft.com/office/officeart/2018/5/layout/IconLeafLabelList"/>
    <dgm:cxn modelId="{D9D1619D-7B4D-4E51-A72B-5CEF1EFB75F2}" srcId="{EC80E3F6-29AA-4D7A-A547-FA5F0D749261}" destId="{14F55B7C-0D06-489B-A84C-108E385728D8}" srcOrd="0" destOrd="0" parTransId="{37630B58-EDE8-4B47-994C-150EDCB6999B}" sibTransId="{BDF0D4D0-B68D-48C4-9B45-5626D882F2A3}"/>
    <dgm:cxn modelId="{D7D706C4-58F6-4330-8D28-EA3847E8731C}" srcId="{EC80E3F6-29AA-4D7A-A547-FA5F0D749261}" destId="{B9BD710C-2107-4121-B1A1-43F965075566}" srcOrd="2" destOrd="0" parTransId="{280326C7-161E-4DC1-B47E-CA8D0F0F73E3}" sibTransId="{2C6E0F83-08AC-41C7-A460-1B7F9BB1DF81}"/>
    <dgm:cxn modelId="{958ACEE5-39F0-4877-A468-8B5ABA411B71}" type="presOf" srcId="{EC80E3F6-29AA-4D7A-A547-FA5F0D749261}" destId="{324F174B-F226-4318-B657-DCB35CB506D6}" srcOrd="0" destOrd="0" presId="urn:microsoft.com/office/officeart/2018/5/layout/IconLeafLabelList"/>
    <dgm:cxn modelId="{419841FC-09D0-45D9-9A92-72FE23A0CBAE}" type="presParOf" srcId="{324F174B-F226-4318-B657-DCB35CB506D6}" destId="{167B7F43-2B27-4F59-AC36-F0CF080599F2}" srcOrd="0" destOrd="0" presId="urn:microsoft.com/office/officeart/2018/5/layout/IconLeafLabelList"/>
    <dgm:cxn modelId="{74DB0188-3745-47D1-BEFD-DF7BB412DE10}" type="presParOf" srcId="{167B7F43-2B27-4F59-AC36-F0CF080599F2}" destId="{CAF0D227-01F9-4AD8-9363-536E86094B2F}" srcOrd="0" destOrd="0" presId="urn:microsoft.com/office/officeart/2018/5/layout/IconLeafLabelList"/>
    <dgm:cxn modelId="{2EC3AAF3-FE01-4872-9678-411332D2F46B}" type="presParOf" srcId="{167B7F43-2B27-4F59-AC36-F0CF080599F2}" destId="{517B1BD0-9736-40F2-84E3-F14DCECCF04F}" srcOrd="1" destOrd="0" presId="urn:microsoft.com/office/officeart/2018/5/layout/IconLeafLabelList"/>
    <dgm:cxn modelId="{AE61FD00-3770-49E9-8C22-66906128BD31}" type="presParOf" srcId="{167B7F43-2B27-4F59-AC36-F0CF080599F2}" destId="{FE835FB4-4F04-4A76-820A-038CD61ED146}" srcOrd="2" destOrd="0" presId="urn:microsoft.com/office/officeart/2018/5/layout/IconLeafLabelList"/>
    <dgm:cxn modelId="{9A927C0B-AF6D-43C9-8824-8E884043F17D}" type="presParOf" srcId="{167B7F43-2B27-4F59-AC36-F0CF080599F2}" destId="{CD5FC2DD-0464-45C5-A81F-D731EB10E1A6}" srcOrd="3" destOrd="0" presId="urn:microsoft.com/office/officeart/2018/5/layout/IconLeafLabelList"/>
    <dgm:cxn modelId="{EF43F4D2-3AF6-4026-BFFD-ABADC066B4B2}" type="presParOf" srcId="{324F174B-F226-4318-B657-DCB35CB506D6}" destId="{2062A182-7A1B-4E65-B8E6-1AA27D4EF6AA}" srcOrd="1" destOrd="0" presId="urn:microsoft.com/office/officeart/2018/5/layout/IconLeafLabelList"/>
    <dgm:cxn modelId="{BD679FDB-7472-4BE0-AB89-E4BB89C6535C}" type="presParOf" srcId="{324F174B-F226-4318-B657-DCB35CB506D6}" destId="{0EED6CA1-1401-47A7-A4A4-399B2075D06D}" srcOrd="2" destOrd="0" presId="urn:microsoft.com/office/officeart/2018/5/layout/IconLeafLabelList"/>
    <dgm:cxn modelId="{C6505E76-284D-4E1F-B137-873C2EA98CCC}" type="presParOf" srcId="{0EED6CA1-1401-47A7-A4A4-399B2075D06D}" destId="{AE0180D5-E092-41FC-A479-3344F4B5D666}" srcOrd="0" destOrd="0" presId="urn:microsoft.com/office/officeart/2018/5/layout/IconLeafLabelList"/>
    <dgm:cxn modelId="{F2E6DBF9-76A1-419B-9333-D130AEBC0AB7}" type="presParOf" srcId="{0EED6CA1-1401-47A7-A4A4-399B2075D06D}" destId="{E71368B9-4EE2-42FE-BD54-67D2F4EBD8E4}" srcOrd="1" destOrd="0" presId="urn:microsoft.com/office/officeart/2018/5/layout/IconLeafLabelList"/>
    <dgm:cxn modelId="{4E1C28A9-93CF-495E-9547-E8DEF37351F4}" type="presParOf" srcId="{0EED6CA1-1401-47A7-A4A4-399B2075D06D}" destId="{C2E2009B-FA6A-458C-A811-8F7018AAA10D}" srcOrd="2" destOrd="0" presId="urn:microsoft.com/office/officeart/2018/5/layout/IconLeafLabelList"/>
    <dgm:cxn modelId="{64DBD307-EF38-41AF-9B0B-58D3B96DDE5F}" type="presParOf" srcId="{0EED6CA1-1401-47A7-A4A4-399B2075D06D}" destId="{EB4D28A2-B1EE-48FD-9A30-8DE06492A86A}" srcOrd="3" destOrd="0" presId="urn:microsoft.com/office/officeart/2018/5/layout/IconLeafLabelList"/>
    <dgm:cxn modelId="{89CC423C-7A89-484A-83A3-EF6DBE3EB60F}" type="presParOf" srcId="{324F174B-F226-4318-B657-DCB35CB506D6}" destId="{4843D7EB-54E3-457D-9E8C-A2440E4524C9}" srcOrd="3" destOrd="0" presId="urn:microsoft.com/office/officeart/2018/5/layout/IconLeafLabelList"/>
    <dgm:cxn modelId="{5A0E3DB3-741B-46F1-9C34-F4319D823E2F}" type="presParOf" srcId="{324F174B-F226-4318-B657-DCB35CB506D6}" destId="{DD63AECD-4B57-45FD-8E77-D3D0FE560989}" srcOrd="4" destOrd="0" presId="urn:microsoft.com/office/officeart/2018/5/layout/IconLeafLabelList"/>
    <dgm:cxn modelId="{550E9448-6B89-4B33-ACE5-0369AA9ED57E}" type="presParOf" srcId="{DD63AECD-4B57-45FD-8E77-D3D0FE560989}" destId="{F1C37AAA-D962-46FF-81D3-1C99E5611DAC}" srcOrd="0" destOrd="0" presId="urn:microsoft.com/office/officeart/2018/5/layout/IconLeafLabelList"/>
    <dgm:cxn modelId="{70D5477B-44CF-4CE1-877E-9E4975B42033}" type="presParOf" srcId="{DD63AECD-4B57-45FD-8E77-D3D0FE560989}" destId="{F335FDEB-0B00-4AA5-B369-A55916C5AAB6}" srcOrd="1" destOrd="0" presId="urn:microsoft.com/office/officeart/2018/5/layout/IconLeafLabelList"/>
    <dgm:cxn modelId="{B9B26602-A7B1-443F-BA9E-7F7863313F2E}" type="presParOf" srcId="{DD63AECD-4B57-45FD-8E77-D3D0FE560989}" destId="{BD09C8F8-E890-4D49-A9BD-D8E344E7E4CA}" srcOrd="2" destOrd="0" presId="urn:microsoft.com/office/officeart/2018/5/layout/IconLeafLabelList"/>
    <dgm:cxn modelId="{E46D5AAB-5C97-4B2E-AB8B-34811C935C64}" type="presParOf" srcId="{DD63AECD-4B57-45FD-8E77-D3D0FE560989}" destId="{D0FF55D7-C4A3-41E9-A21A-45F6B87DB998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AF686B-051A-45B0-AC3A-16CDDB769442}">
      <dsp:nvSpPr>
        <dsp:cNvPr id="0" name=""/>
        <dsp:cNvSpPr/>
      </dsp:nvSpPr>
      <dsp:spPr>
        <a:xfrm>
          <a:off x="1212569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8960F2-748E-4FF1-AE9F-ABA433201D91}">
      <dsp:nvSpPr>
        <dsp:cNvPr id="0" name=""/>
        <dsp:cNvSpPr/>
      </dsp:nvSpPr>
      <dsp:spPr>
        <a:xfrm>
          <a:off x="417971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Already</a:t>
          </a:r>
          <a:r>
            <a:rPr lang="zh-CN" sz="2300" kern="1200"/>
            <a:t> </a:t>
          </a:r>
          <a:r>
            <a:rPr lang="en-US" sz="2300" kern="1200"/>
            <a:t>on</a:t>
          </a:r>
          <a:r>
            <a:rPr lang="zh-CN" sz="2300" kern="1200"/>
            <a:t> </a:t>
          </a:r>
          <a:r>
            <a:rPr lang="en-US" sz="2300" kern="1200"/>
            <a:t>board</a:t>
          </a:r>
        </a:p>
      </dsp:txBody>
      <dsp:txXfrm>
        <a:off x="417971" y="2644140"/>
        <a:ext cx="2889450" cy="720000"/>
      </dsp:txXfrm>
    </dsp:sp>
    <dsp:sp modelId="{94066B69-3AAA-48AD-89FD-1BCE0298C9E5}">
      <dsp:nvSpPr>
        <dsp:cNvPr id="0" name=""/>
        <dsp:cNvSpPr/>
      </dsp:nvSpPr>
      <dsp:spPr>
        <a:xfrm>
          <a:off x="4607673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5E4E40-0041-408D-B65A-D81456F5C536}">
      <dsp:nvSpPr>
        <dsp:cNvPr id="0" name=""/>
        <dsp:cNvSpPr/>
      </dsp:nvSpPr>
      <dsp:spPr>
        <a:xfrm>
          <a:off x="3813074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Debugging</a:t>
          </a:r>
          <a:r>
            <a:rPr lang="zh-CN" sz="2300" kern="1200"/>
            <a:t> </a:t>
          </a:r>
          <a:r>
            <a:rPr lang="en-US" sz="2300" kern="1200"/>
            <a:t>edge</a:t>
          </a:r>
          <a:r>
            <a:rPr lang="zh-CN" sz="2300" kern="1200"/>
            <a:t> </a:t>
          </a:r>
          <a:r>
            <a:rPr lang="en-US" sz="2300" kern="1200"/>
            <a:t>impulse</a:t>
          </a:r>
          <a:r>
            <a:rPr lang="zh-CN" sz="2300" kern="1200"/>
            <a:t> </a:t>
          </a:r>
          <a:r>
            <a:rPr lang="en-US" sz="2300" kern="1200"/>
            <a:t>library</a:t>
          </a:r>
          <a:r>
            <a:rPr lang="zh-CN" sz="2300" kern="1200"/>
            <a:t> </a:t>
          </a:r>
          <a:r>
            <a:rPr lang="en-US" sz="2300" kern="1200"/>
            <a:t>issues</a:t>
          </a:r>
        </a:p>
      </dsp:txBody>
      <dsp:txXfrm>
        <a:off x="3813074" y="2644140"/>
        <a:ext cx="2889450" cy="720000"/>
      </dsp:txXfrm>
    </dsp:sp>
    <dsp:sp modelId="{74564252-A47C-4A0A-9CA7-4E0E7FE290D3}">
      <dsp:nvSpPr>
        <dsp:cNvPr id="0" name=""/>
        <dsp:cNvSpPr/>
      </dsp:nvSpPr>
      <dsp:spPr>
        <a:xfrm>
          <a:off x="8002777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D1C5EE-AAD9-450B-867D-7F038DEB8851}">
      <dsp:nvSpPr>
        <dsp:cNvPr id="0" name=""/>
        <dsp:cNvSpPr/>
      </dsp:nvSpPr>
      <dsp:spPr>
        <a:xfrm>
          <a:off x="7208178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Collect</a:t>
          </a:r>
          <a:r>
            <a:rPr lang="zh-CN" sz="2300" kern="1200"/>
            <a:t> </a:t>
          </a:r>
          <a:r>
            <a:rPr lang="en-US" sz="2300" kern="1200"/>
            <a:t>accuracy</a:t>
          </a:r>
          <a:r>
            <a:rPr lang="zh-CN" sz="2300" kern="1200"/>
            <a:t> </a:t>
          </a:r>
          <a:r>
            <a:rPr lang="en-US" sz="2300" kern="1200"/>
            <a:t>data</a:t>
          </a:r>
        </a:p>
      </dsp:txBody>
      <dsp:txXfrm>
        <a:off x="7208178" y="2644140"/>
        <a:ext cx="28894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F0D227-01F9-4AD8-9363-536E86094B2F}">
      <dsp:nvSpPr>
        <dsp:cNvPr id="0" name=""/>
        <dsp:cNvSpPr/>
      </dsp:nvSpPr>
      <dsp:spPr>
        <a:xfrm>
          <a:off x="718664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7B1BD0-9736-40F2-84E3-F14DCECCF04F}">
      <dsp:nvSpPr>
        <dsp:cNvPr id="0" name=""/>
        <dsp:cNvSpPr/>
      </dsp:nvSpPr>
      <dsp:spPr>
        <a:xfrm>
          <a:off x="1135476" y="870715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5FC2DD-0464-45C5-A81F-D731EB10E1A6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For</a:t>
          </a:r>
          <a:r>
            <a:rPr lang="zh-CN" sz="1900" kern="1200"/>
            <a:t> </a:t>
          </a:r>
          <a:r>
            <a:rPr lang="en-US" sz="1900" kern="1200"/>
            <a:t>implementation</a:t>
          </a:r>
          <a:r>
            <a:rPr lang="zh-CN" sz="1900" kern="1200"/>
            <a:t> </a:t>
          </a:r>
          <a:r>
            <a:rPr lang="en-US" sz="1900" kern="1200"/>
            <a:t>include</a:t>
          </a:r>
          <a:r>
            <a:rPr lang="zh-CN" sz="1900" kern="1200"/>
            <a:t> </a:t>
          </a:r>
          <a:r>
            <a:rPr lang="en-US" sz="1900" kern="1200"/>
            <a:t>more</a:t>
          </a:r>
          <a:r>
            <a:rPr lang="zh-CN" sz="1900" kern="1200"/>
            <a:t> </a:t>
          </a:r>
          <a:r>
            <a:rPr lang="en-US" sz="1900" kern="1200"/>
            <a:t>spices</a:t>
          </a:r>
        </a:p>
      </dsp:txBody>
      <dsp:txXfrm>
        <a:off x="93445" y="3018902"/>
        <a:ext cx="3206250" cy="720000"/>
      </dsp:txXfrm>
    </dsp:sp>
    <dsp:sp modelId="{AE0180D5-E092-41FC-A479-3344F4B5D666}">
      <dsp:nvSpPr>
        <dsp:cNvPr id="0" name=""/>
        <dsp:cNvSpPr/>
      </dsp:nvSpPr>
      <dsp:spPr>
        <a:xfrm>
          <a:off x="4486008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1368B9-4EE2-42FE-BD54-67D2F4EBD8E4}">
      <dsp:nvSpPr>
        <dsp:cNvPr id="0" name=""/>
        <dsp:cNvSpPr/>
      </dsp:nvSpPr>
      <dsp:spPr>
        <a:xfrm>
          <a:off x="4902820" y="870715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4D28A2-B1EE-48FD-9A30-8DE06492A86A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altLang="zh-CN" sz="1900" kern="1200" dirty="0"/>
            <a:t>Analysis</a:t>
          </a:r>
          <a:r>
            <a:rPr lang="zh-CN" altLang="en-US" sz="1900" kern="1200" dirty="0"/>
            <a:t> </a:t>
          </a:r>
          <a:r>
            <a:rPr lang="en-US" altLang="zh-CN" sz="1900" kern="1200" dirty="0"/>
            <a:t>of</a:t>
          </a:r>
          <a:r>
            <a:rPr lang="zh-CN" altLang="en-US" sz="1900" kern="1200" dirty="0"/>
            <a:t> </a:t>
          </a:r>
          <a:r>
            <a:rPr lang="en-US" altLang="zh-CN" sz="1900" kern="1200" dirty="0"/>
            <a:t>Data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altLang="zh-CN" sz="1900" kern="1200" dirty="0"/>
            <a:t>-Accuracy</a:t>
          </a:r>
          <a:r>
            <a:rPr lang="zh-CN" altLang="en-US" sz="1900" kern="1200" dirty="0"/>
            <a:t> </a:t>
          </a:r>
          <a:r>
            <a:rPr lang="en-US" altLang="zh-CN" sz="1900" kern="1200" dirty="0"/>
            <a:t>across</a:t>
          </a:r>
          <a:r>
            <a:rPr lang="zh-CN" altLang="en-US" sz="1900" kern="1200" dirty="0"/>
            <a:t> </a:t>
          </a:r>
          <a:r>
            <a:rPr lang="en-US" altLang="zh-CN" sz="1900" kern="1200" dirty="0"/>
            <a:t>species</a:t>
          </a:r>
          <a:r>
            <a:rPr lang="zh-CN" altLang="en-US" sz="1900" kern="1200" dirty="0"/>
            <a:t> </a:t>
          </a:r>
          <a:endParaRPr lang="en-US" sz="1900" kern="1200" dirty="0"/>
        </a:p>
      </dsp:txBody>
      <dsp:txXfrm>
        <a:off x="3860789" y="3018902"/>
        <a:ext cx="3206250" cy="720000"/>
      </dsp:txXfrm>
    </dsp:sp>
    <dsp:sp modelId="{F1C37AAA-D962-46FF-81D3-1C99E5611DAC}">
      <dsp:nvSpPr>
        <dsp:cNvPr id="0" name=""/>
        <dsp:cNvSpPr/>
      </dsp:nvSpPr>
      <dsp:spPr>
        <a:xfrm>
          <a:off x="8253352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35FDEB-0B00-4AA5-B369-A55916C5AAB6}">
      <dsp:nvSpPr>
        <dsp:cNvPr id="0" name=""/>
        <dsp:cNvSpPr/>
      </dsp:nvSpPr>
      <dsp:spPr>
        <a:xfrm>
          <a:off x="8670164" y="870715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FF55D7-C4A3-41E9-A21A-45F6B87DB998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altLang="zh-CN" sz="1900" kern="1200" dirty="0"/>
            <a:t>deliverables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altLang="zh-CN" sz="1900" kern="1200" dirty="0"/>
            <a:t>-Report,</a:t>
          </a:r>
          <a:r>
            <a:rPr lang="zh-CN" altLang="en-US" sz="1900" kern="1200" dirty="0"/>
            <a:t> </a:t>
          </a:r>
          <a:r>
            <a:rPr lang="en-US" altLang="zh-CN" sz="1900" kern="1200" dirty="0"/>
            <a:t>etc.</a:t>
          </a:r>
          <a:endParaRPr lang="en-US" sz="1900" kern="1200" dirty="0"/>
        </a:p>
      </dsp:txBody>
      <dsp:txXfrm>
        <a:off x="7628133" y="3018902"/>
        <a:ext cx="32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C67097-EB58-D544-8D60-9DAF7B0C1EA2}" type="datetimeFigureOut">
              <a:rPr lang="en-CN" smtClean="0"/>
              <a:t>2025/12/9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B12BF5-16EB-354B-8F6C-9884985BD92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5251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5F9BB-A223-1C33-D402-A0AF9DFC12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C1982A-13E9-01F8-4057-E2688E7411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CB11D-CA02-78FB-1E23-11FFAD77D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58EC5-7D5A-FB4C-92F0-E3D187BB6B0A}" type="datetime1">
              <a:rPr lang="en-US" smtClean="0"/>
              <a:t>12/9/25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D3916-206A-BFC0-020F-BC5867087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14B27-954D-8EC5-5389-6BF3791E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07336-9778-C844-BF2A-51FFB4A78CB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30104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484C3-9A0F-7FA7-0E15-A63D31238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C721D-CCE4-4A89-44E0-222F8DD19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91705-B2BB-713C-D777-A0B139721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866C-60EF-9C49-AC1D-36666416E7FC}" type="datetime1">
              <a:rPr lang="en-US" smtClean="0"/>
              <a:t>12/9/25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4CA8C-724F-445D-20DF-EBED737C0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7EC3F-350C-29FC-2126-52102C697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07336-9778-C844-BF2A-51FFB4A78CB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51713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63862-E89E-0B27-3851-68900A704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ABAF9-05D3-0BD8-DD48-429FD7ED9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5D45B-C910-46E0-8A29-4DC94B5BE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1D569-A98F-C74A-98F8-24438DC16779}" type="datetime1">
              <a:rPr lang="en-US" smtClean="0"/>
              <a:t>12/9/25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70295-B5CB-EAC9-5F54-3019B1D5E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6D5A1-FC97-8DFF-8B53-B0317FB47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07336-9778-C844-BF2A-51FFB4A78CB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47370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5ACF7-AF56-65AE-7D8C-E5060BF8B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50F21-2619-6046-616B-D4F3CE24E6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9F8C6-DB34-E144-F0C3-7A5476F085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A4949B-F692-F633-8656-381C4E9DA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91808-9579-234F-BBE9-F2BEB0DE4554}" type="datetime1">
              <a:rPr lang="en-US" smtClean="0"/>
              <a:t>12/9/25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D4DD85-DD16-A98E-931F-DBC49AAD0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D91B9F-1AB2-AFC7-F3D9-CE1533F8A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07336-9778-C844-BF2A-51FFB4A78CB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41730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C9DCC-BF52-D810-06CD-1773BACAC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1329B6-0F13-43DB-7FF3-CB4628554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9EC9E7-35B8-EA5E-FC44-0195738227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73D0B4-CF9B-76F1-E09E-AA6600D333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4B365B-4173-577D-5748-9F3893A4D5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31AB14-DB77-1A63-5B18-4DA1D6F19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05012-9F76-5B4D-99C2-1AF7DE112661}" type="datetime1">
              <a:rPr lang="en-US" smtClean="0"/>
              <a:t>12/9/25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78BE05-5F18-D661-81F0-CF5A8FD9E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5D4119-584F-0C7E-8C21-AEF4D7267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07336-9778-C844-BF2A-51FFB4A78CB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8506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75992-6E19-A4F0-600F-7E2BC640F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05CEFB-1A35-1516-A168-37EFD8BC5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894EA-E5BD-CF45-B7C3-289ED5E0DB8D}" type="datetime1">
              <a:rPr lang="en-US" smtClean="0"/>
              <a:t>12/9/25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61055A-7EDB-5153-54FC-7E74C581C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EBF0F-4F4E-B176-983D-A22E43A58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07336-9778-C844-BF2A-51FFB4A78CB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99155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9B3F11-DBC8-903F-01B7-408997A1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D284E-BB83-6541-9ECE-AFDFB055803C}" type="datetime1">
              <a:rPr lang="en-US" smtClean="0"/>
              <a:t>12/9/25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C2DD67-BC9E-92D0-FEBC-F75574DC1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1E687-73F4-3075-A4A3-319F74C3F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07336-9778-C844-BF2A-51FFB4A78CB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16131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8C7B1-E4EF-EC40-06CA-0D53D6B6A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B7417-0224-22A3-CC0B-A6E44F532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AB6965-0AE7-5F67-C620-7C7381116D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579462-9298-CBE1-F4F1-2697943A3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7FC1C-913D-FF46-87FD-933A47F5491E}" type="datetime1">
              <a:rPr lang="en-US" smtClean="0"/>
              <a:t>12/9/25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F7F413-8C80-7005-D286-9886C13DA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810B0-B386-CF34-1BA5-52F841559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07336-9778-C844-BF2A-51FFB4A78CB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46486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3F449-378A-ACD9-2791-C2AA63097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0508A2-692B-C26A-6A38-3DC46A07E6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9F4BFE-7E4E-38FB-ABFC-10CDC7DCD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AE034-348A-F357-0F20-A5ECA6343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14B78-7384-1446-AC5B-96E98FEF8955}" type="datetime1">
              <a:rPr lang="en-US" smtClean="0"/>
              <a:t>12/9/25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BB720-D701-42D8-012F-598E0DBF8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C3D821-F52D-174D-E267-140E22BFA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07336-9778-C844-BF2A-51FFB4A78CB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83799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8ACBC-F11E-80D9-ABF2-37104761B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52F072-2CD7-E089-AA04-B30955104C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1A55F-59F9-18D6-69EF-F33E9C80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77444-5E2F-DB4E-9C1A-7C2155064498}" type="datetime1">
              <a:rPr lang="en-US" smtClean="0"/>
              <a:t>12/9/25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17A7D-69B1-ADEE-24DA-17BCB8C38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488B8-D957-2662-8891-9E3137060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07336-9778-C844-BF2A-51FFB4A78CB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42459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99FB38-AFD9-7A74-2CE4-C90CEFE8F3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E64CA3-5DBA-EEFF-FE06-E394BB45D1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2C1D4-B13F-3BEE-ED4D-F5F294102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7CDC9-1D1D-CC4D-98A9-D3CF222FF3F8}" type="datetime1">
              <a:rPr lang="en-US" smtClean="0"/>
              <a:t>12/9/25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45E8C-0E4F-76DA-B7A1-7DB6AA2BA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ECC3C-C3C4-409B-3EBB-873768FF1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07336-9778-C844-BF2A-51FFB4A78CB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71791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6E5B5D-A3D8-D982-AF51-2059D54BA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9073B3-7A18-D935-8202-4344B3BA0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D6E3C-D637-9E37-2FBA-DC7A6FFFDC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6A6832-2098-C544-AFCE-5093BA9E0423}" type="datetime1">
              <a:rPr lang="en-US" smtClean="0"/>
              <a:t>12/9/25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22FE9-E886-702E-B060-BF1DDA3185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63602-4DE0-9D1B-7439-1706F16845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B07336-9778-C844-BF2A-51FFB4A78CB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82423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F91F77-BB35-08F5-DE26-C1FF8DA548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altLang="zh-CN" sz="8900"/>
              <a:t>AI</a:t>
            </a:r>
            <a:r>
              <a:rPr lang="zh-CN" altLang="en-US" sz="8900"/>
              <a:t> </a:t>
            </a:r>
            <a:r>
              <a:rPr lang="en-US" altLang="zh-CN" sz="8900"/>
              <a:t>Alligators</a:t>
            </a:r>
            <a:r>
              <a:rPr lang="zh-CN" altLang="en-US" sz="8900"/>
              <a:t> </a:t>
            </a:r>
            <a:r>
              <a:rPr lang="en-US" altLang="zh-CN" sz="8900"/>
              <a:t>–</a:t>
            </a:r>
            <a:r>
              <a:rPr lang="zh-CN" altLang="en-US" sz="8900"/>
              <a:t> </a:t>
            </a:r>
            <a:r>
              <a:rPr lang="en-US" altLang="zh-CN" sz="8900"/>
              <a:t>Bird</a:t>
            </a:r>
            <a:r>
              <a:rPr lang="zh-CN" altLang="en-US" sz="8900"/>
              <a:t> </a:t>
            </a:r>
            <a:r>
              <a:rPr lang="en-US" altLang="zh-CN" sz="8900"/>
              <a:t>Sound</a:t>
            </a:r>
            <a:r>
              <a:rPr lang="zh-CN" altLang="en-US" sz="8900"/>
              <a:t> </a:t>
            </a:r>
            <a:r>
              <a:rPr lang="en-US" altLang="zh-CN" sz="8900"/>
              <a:t>Recognition</a:t>
            </a:r>
            <a:endParaRPr lang="en-CN" sz="89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D97555-5FD4-3228-78A3-BB55CBE967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altLang="zh-CN" dirty="0"/>
              <a:t>Presented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Kelvin</a:t>
            </a:r>
            <a:r>
              <a:rPr lang="zh-CN" altLang="en-US" dirty="0"/>
              <a:t> </a:t>
            </a:r>
            <a:r>
              <a:rPr lang="en-US" altLang="zh-CN" dirty="0"/>
              <a:t>Kun</a:t>
            </a:r>
            <a:r>
              <a:rPr lang="zh-CN" altLang="en-US" dirty="0"/>
              <a:t> </a:t>
            </a:r>
            <a:r>
              <a:rPr lang="en-US" altLang="zh-CN" dirty="0"/>
              <a:t>Lu,</a:t>
            </a:r>
            <a:r>
              <a:rPr lang="zh-CN" altLang="en-US" dirty="0"/>
              <a:t> </a:t>
            </a:r>
            <a:r>
              <a:rPr lang="en-US" altLang="zh-CN" dirty="0"/>
              <a:t>Haochen</a:t>
            </a:r>
            <a:r>
              <a:rPr lang="zh-CN" altLang="en-US" dirty="0"/>
              <a:t> </a:t>
            </a:r>
            <a:r>
              <a:rPr lang="en-US" altLang="zh-CN" dirty="0"/>
              <a:t>Liu,</a:t>
            </a:r>
            <a:r>
              <a:rPr lang="zh-CN" altLang="en-US" dirty="0"/>
              <a:t> </a:t>
            </a:r>
            <a:r>
              <a:rPr lang="en-US" altLang="zh-CN" dirty="0"/>
              <a:t>Haizhou</a:t>
            </a:r>
            <a:r>
              <a:rPr lang="zh-CN" altLang="en-US" dirty="0"/>
              <a:t> </a:t>
            </a:r>
            <a:r>
              <a:rPr lang="en-US" altLang="zh-CN" dirty="0"/>
              <a:t>Yu</a:t>
            </a:r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53A0C3-4F0E-5BD5-0F50-5185C7BF4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07336-9778-C844-BF2A-51FFB4A78CB7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96492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F7DD56-8D0D-7E6A-01DB-60734BA65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Edge Impluse</a:t>
            </a: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7B473-318B-1CAF-705B-4603D4589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2" y="4631161"/>
            <a:ext cx="3571810" cy="155932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altLang="zh-CN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Existing Dataset from Hugging face, combined with our own samples</a:t>
            </a:r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6896C4-51DE-2B69-598E-62AECAE04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070534"/>
            <a:ext cx="7214616" cy="46895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A215A-8245-2519-CEE7-99AEC43E2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07336-9778-C844-BF2A-51FFB4A78CB7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69012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94F89F9-6276-0F95-B3CB-7E97455BA7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27" r="6025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765C38-7E85-3F31-8D35-60EA24E9E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altLang="zh-CN" sz="4000"/>
              <a:t>Preliminary</a:t>
            </a:r>
            <a:r>
              <a:rPr lang="zh-CN" altLang="en-US" sz="4000"/>
              <a:t> </a:t>
            </a:r>
            <a:r>
              <a:rPr lang="en-US" altLang="zh-CN" sz="4000"/>
              <a:t>testing</a:t>
            </a:r>
            <a:r>
              <a:rPr lang="zh-CN" altLang="en-US" sz="4000"/>
              <a:t> </a:t>
            </a:r>
            <a:r>
              <a:rPr lang="en-US" altLang="zh-CN" sz="4000"/>
              <a:t>and</a:t>
            </a:r>
            <a:r>
              <a:rPr lang="zh-CN" altLang="en-US" sz="4000"/>
              <a:t> </a:t>
            </a:r>
            <a:r>
              <a:rPr lang="en-US" altLang="zh-CN" sz="4000"/>
              <a:t>training</a:t>
            </a:r>
            <a:endParaRPr lang="en-CN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CC1D4-984D-73C0-5AC7-09BA5083E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0.61</a:t>
            </a:r>
            <a:r>
              <a:rPr lang="zh-CN" altLang="en-US" sz="2000" dirty="0"/>
              <a:t> </a:t>
            </a:r>
            <a:r>
              <a:rPr lang="en-US" altLang="zh-CN" sz="2000" dirty="0"/>
              <a:t>Training</a:t>
            </a:r>
            <a:r>
              <a:rPr lang="zh-CN" altLang="en-US" sz="2000" dirty="0"/>
              <a:t> </a:t>
            </a:r>
            <a:r>
              <a:rPr lang="en-US" altLang="zh-CN" sz="2000" dirty="0"/>
              <a:t>Loss</a:t>
            </a:r>
          </a:p>
          <a:p>
            <a:r>
              <a:rPr lang="en-US" altLang="zh-CN" sz="2000" dirty="0"/>
              <a:t>80.8%</a:t>
            </a:r>
            <a:r>
              <a:rPr lang="zh-CN" altLang="en-US" sz="2000" dirty="0"/>
              <a:t> </a:t>
            </a:r>
            <a:r>
              <a:rPr lang="en-US" altLang="zh-CN" sz="2000" dirty="0"/>
              <a:t>accuracy</a:t>
            </a:r>
          </a:p>
          <a:p>
            <a:r>
              <a:rPr lang="en-US" altLang="zh-CN" sz="2000" dirty="0"/>
              <a:t>Not</a:t>
            </a:r>
            <a:r>
              <a:rPr lang="zh-CN" altLang="en-US" sz="2000" dirty="0"/>
              <a:t> </a:t>
            </a:r>
            <a:r>
              <a:rPr lang="en-US" altLang="zh-CN" sz="2000" dirty="0"/>
              <a:t>Ideal,</a:t>
            </a:r>
            <a:r>
              <a:rPr lang="zh-CN" altLang="en-US" sz="2000" dirty="0"/>
              <a:t> </a:t>
            </a:r>
            <a:r>
              <a:rPr lang="en-US" altLang="zh-CN" sz="2000" dirty="0"/>
              <a:t>but</a:t>
            </a:r>
            <a:r>
              <a:rPr lang="zh-CN" altLang="en-US" sz="2000" dirty="0"/>
              <a:t> </a:t>
            </a:r>
            <a:r>
              <a:rPr lang="en-US" altLang="zh-CN" sz="2000" dirty="0"/>
              <a:t>normal</a:t>
            </a:r>
            <a:r>
              <a:rPr lang="zh-CN" altLang="en-US" sz="2000" dirty="0"/>
              <a:t> </a:t>
            </a:r>
            <a:r>
              <a:rPr lang="en-US" altLang="zh-CN" sz="2000" dirty="0"/>
              <a:t>for</a:t>
            </a:r>
            <a:r>
              <a:rPr lang="zh-CN" altLang="en-US" sz="2000" dirty="0"/>
              <a:t> </a:t>
            </a:r>
            <a:r>
              <a:rPr lang="en-US" altLang="zh-CN" sz="2000" dirty="0"/>
              <a:t>this</a:t>
            </a:r>
            <a:r>
              <a:rPr lang="zh-CN" altLang="en-US" sz="2000" dirty="0"/>
              <a:t> </a:t>
            </a:r>
            <a:r>
              <a:rPr lang="en-US" altLang="zh-CN" sz="2000" dirty="0"/>
              <a:t>stage</a:t>
            </a:r>
          </a:p>
          <a:p>
            <a:r>
              <a:rPr lang="en-US" altLang="zh-CN" sz="2000" dirty="0"/>
              <a:t>Next</a:t>
            </a:r>
            <a:r>
              <a:rPr lang="zh-CN" altLang="en-US" sz="2000" dirty="0"/>
              <a:t> </a:t>
            </a:r>
            <a:r>
              <a:rPr lang="en-US" altLang="zh-CN" sz="2000" dirty="0"/>
              <a:t>step,</a:t>
            </a:r>
            <a:r>
              <a:rPr lang="zh-CN" altLang="en-US" sz="2000" dirty="0"/>
              <a:t> </a:t>
            </a:r>
            <a:r>
              <a:rPr lang="en-US" altLang="zh-CN" sz="2000" dirty="0"/>
              <a:t>optimize</a:t>
            </a:r>
            <a:r>
              <a:rPr lang="zh-CN" altLang="en-US" sz="2000" dirty="0"/>
              <a:t> </a:t>
            </a:r>
            <a:r>
              <a:rPr lang="en-US" altLang="zh-CN" sz="2000" dirty="0"/>
              <a:t>training</a:t>
            </a:r>
            <a:r>
              <a:rPr lang="zh-CN" altLang="en-US" sz="2000" dirty="0"/>
              <a:t> </a:t>
            </a:r>
            <a:r>
              <a:rPr lang="en-US" altLang="zh-CN" sz="2000" dirty="0"/>
              <a:t>data</a:t>
            </a:r>
            <a:endParaRPr lang="en-CN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74C31-74D2-37F7-B0E8-C42100CFE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07336-9778-C844-BF2A-51FFB4A78CB7}" type="slidenum">
              <a:rPr lang="en-CN" smtClean="0"/>
              <a:t>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93812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A42C7B2-7BD6-433A-95AB-5AA4F44B5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3FBF4D4-1253-4FCD-49BB-31BF95333F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62"/>
          <a:stretch>
            <a:fillRect/>
          </a:stretch>
        </p:blipFill>
        <p:spPr>
          <a:xfrm>
            <a:off x="-6" y="10"/>
            <a:ext cx="7642746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263" y="3986129"/>
            <a:ext cx="6288261" cy="2253231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solidFill>
              <a:srgbClr val="EFEFE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D4D29A-BB6A-22F8-8499-0119C5E20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152624"/>
            <a:ext cx="2112264" cy="1920240"/>
          </a:xfrm>
        </p:spPr>
        <p:txBody>
          <a:bodyPr>
            <a:normAutofit/>
          </a:bodyPr>
          <a:lstStyle/>
          <a:p>
            <a:r>
              <a:rPr lang="en-US" altLang="zh-CN" sz="2400"/>
              <a:t>Data</a:t>
            </a:r>
            <a:r>
              <a:rPr lang="zh-CN" altLang="en-US" sz="2400"/>
              <a:t> </a:t>
            </a:r>
            <a:r>
              <a:rPr lang="en-US" altLang="zh-CN" sz="2400"/>
              <a:t>Diagnosis</a:t>
            </a:r>
            <a:endParaRPr lang="en-CN" sz="240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759BDF-F086-491E-81FC-2C1636CA78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96" r="4760" b="1"/>
          <a:stretch>
            <a:fillRect/>
          </a:stretch>
        </p:blipFill>
        <p:spPr>
          <a:xfrm>
            <a:off x="7809454" y="1"/>
            <a:ext cx="4382546" cy="334564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535" y="47845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94346" y="5103601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5E788-92F4-FEA5-2A96-734F94ABE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4992" y="4151376"/>
            <a:ext cx="3319272" cy="1920240"/>
          </a:xfrm>
        </p:spPr>
        <p:txBody>
          <a:bodyPr anchor="ctr">
            <a:normAutofit/>
          </a:bodyPr>
          <a:lstStyle/>
          <a:p>
            <a:r>
              <a:rPr lang="en-US" altLang="zh-CN" sz="1700"/>
              <a:t>4</a:t>
            </a:r>
            <a:r>
              <a:rPr lang="zh-CN" altLang="en-US" sz="1700"/>
              <a:t> </a:t>
            </a:r>
            <a:r>
              <a:rPr lang="en-US" altLang="zh-CN" sz="1700"/>
              <a:t>Birds</a:t>
            </a:r>
          </a:p>
          <a:p>
            <a:r>
              <a:rPr lang="en-US" altLang="zh-CN" sz="1700"/>
              <a:t>Some</a:t>
            </a:r>
            <a:r>
              <a:rPr lang="zh-CN" altLang="en-US" sz="1700"/>
              <a:t> </a:t>
            </a:r>
            <a:r>
              <a:rPr lang="en-US" altLang="zh-CN" sz="1700"/>
              <a:t>performed</a:t>
            </a:r>
            <a:r>
              <a:rPr lang="zh-CN" altLang="en-US" sz="1700"/>
              <a:t> </a:t>
            </a:r>
            <a:r>
              <a:rPr lang="en-US" altLang="zh-CN" sz="1700"/>
              <a:t>well</a:t>
            </a:r>
          </a:p>
          <a:p>
            <a:r>
              <a:rPr lang="en-US" altLang="zh-CN" sz="1700"/>
              <a:t>We</a:t>
            </a:r>
            <a:r>
              <a:rPr lang="zh-CN" altLang="en-US" sz="1700"/>
              <a:t> </a:t>
            </a:r>
            <a:r>
              <a:rPr lang="en-US" altLang="zh-CN" sz="1700"/>
              <a:t>think</a:t>
            </a:r>
            <a:r>
              <a:rPr lang="zh-CN" altLang="en-US" sz="1700"/>
              <a:t> </a:t>
            </a:r>
            <a:r>
              <a:rPr lang="en-US" altLang="zh-CN" sz="1700"/>
              <a:t>this</a:t>
            </a:r>
            <a:r>
              <a:rPr lang="zh-CN" altLang="en-US" sz="1700"/>
              <a:t> </a:t>
            </a:r>
            <a:r>
              <a:rPr lang="en-US" altLang="zh-CN" sz="1700"/>
              <a:t>is</a:t>
            </a:r>
            <a:r>
              <a:rPr lang="zh-CN" altLang="en-US" sz="1700"/>
              <a:t> </a:t>
            </a:r>
            <a:r>
              <a:rPr lang="en-US" altLang="zh-CN" sz="1700"/>
              <a:t>due</a:t>
            </a:r>
            <a:r>
              <a:rPr lang="zh-CN" altLang="en-US" sz="1700"/>
              <a:t> </a:t>
            </a:r>
            <a:r>
              <a:rPr lang="en-US" altLang="zh-CN" sz="1700"/>
              <a:t>to</a:t>
            </a:r>
            <a:r>
              <a:rPr lang="zh-CN" altLang="en-US" sz="1700"/>
              <a:t> </a:t>
            </a:r>
            <a:r>
              <a:rPr lang="en-US" altLang="zh-CN" sz="1700"/>
              <a:t>training</a:t>
            </a:r>
            <a:r>
              <a:rPr lang="zh-CN" altLang="en-US" sz="1700"/>
              <a:t> </a:t>
            </a:r>
            <a:r>
              <a:rPr lang="en-US" altLang="zh-CN" sz="1700"/>
              <a:t>sample</a:t>
            </a:r>
            <a:r>
              <a:rPr lang="zh-CN" altLang="en-US" sz="1700"/>
              <a:t> </a:t>
            </a:r>
            <a:r>
              <a:rPr lang="en-US" altLang="zh-CN" sz="1700"/>
              <a:t>issue</a:t>
            </a:r>
            <a:endParaRPr lang="en-CN" sz="170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976ACC-B606-9C46-C43A-F84B737053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678" r="10178" b="1"/>
          <a:stretch>
            <a:fillRect/>
          </a:stretch>
        </p:blipFill>
        <p:spPr>
          <a:xfrm>
            <a:off x="7809462" y="3512354"/>
            <a:ext cx="4382545" cy="3345646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381CBA-37F0-A1F6-E358-54700AC1D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07336-9778-C844-BF2A-51FFB4A78CB7}" type="slidenum">
              <a:rPr lang="en-CN" smtClean="0"/>
              <a:t>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96433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459858-F98D-646A-D105-91B00E9B2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</a:t>
            </a:r>
            <a:r>
              <a:rPr lang="en-US" altLang="zh-CN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Access</a:t>
            </a:r>
            <a:endParaRPr lang="en-US" sz="3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Content Placeholder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C41FB4E-13BB-5E5F-FF8E-F8AAD4EE9D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410577"/>
            <a:ext cx="6780700" cy="4034516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F033C7-3C2B-32A3-5F8F-ACC87CB7F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07336-9778-C844-BF2A-51FFB4A78CB7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30924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86D6E-8419-6EB4-A329-5CE91F79B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Current</a:t>
            </a:r>
            <a:r>
              <a:rPr lang="zh-CN" altLang="en-US" dirty="0"/>
              <a:t> </a:t>
            </a:r>
            <a:r>
              <a:rPr lang="en-US" altLang="zh-CN" dirty="0"/>
              <a:t>Status</a:t>
            </a:r>
            <a:endParaRPr lang="en-CN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1456AED3-A398-5907-A050-828105539A3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8FC2D4-8E44-5526-3633-7A5853C79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07336-9778-C844-BF2A-51FFB4A78CB7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12143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1FC497-CCB1-4D14-336F-D3A2E3F73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altLang="zh-CN" sz="4000" dirty="0">
                <a:solidFill>
                  <a:srgbClr val="FFFFFF"/>
                </a:solidFill>
              </a:rPr>
              <a:t>Next</a:t>
            </a:r>
            <a:r>
              <a:rPr lang="zh-CN" altLang="en-US" sz="4000" dirty="0">
                <a:solidFill>
                  <a:srgbClr val="FFFFFF"/>
                </a:solidFill>
              </a:rPr>
              <a:t> </a:t>
            </a:r>
            <a:r>
              <a:rPr lang="en-US" altLang="zh-CN" sz="4000" dirty="0">
                <a:solidFill>
                  <a:srgbClr val="FFFFFF"/>
                </a:solidFill>
              </a:rPr>
              <a:t>steps?</a:t>
            </a:r>
            <a:endParaRPr lang="en-CN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1947C8-CDAC-BD74-C6B3-3F083FC166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321841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162029-3A21-7E0F-6BF2-826DBE6E6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07336-9778-C844-BF2A-51FFB4A78CB7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82874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113</Words>
  <Application>Microsoft Macintosh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AI Alligators – Bird Sound Recognition</vt:lpstr>
      <vt:lpstr>Edge Impluse</vt:lpstr>
      <vt:lpstr>Preliminary testing and training</vt:lpstr>
      <vt:lpstr>Data Diagnosis</vt:lpstr>
      <vt:lpstr>Data Access</vt:lpstr>
      <vt:lpstr>Current Status</vt:lpstr>
      <vt:lpstr>Next steps?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Yu, Haizhou (szz5ft)</dc:creator>
  <cp:lastModifiedBy>Yu, Haizhou (szz5ft)</cp:lastModifiedBy>
  <cp:revision>3</cp:revision>
  <dcterms:created xsi:type="dcterms:W3CDTF">2025-11-18T05:38:13Z</dcterms:created>
  <dcterms:modified xsi:type="dcterms:W3CDTF">2025-12-09T18:04:10Z</dcterms:modified>
</cp:coreProperties>
</file>