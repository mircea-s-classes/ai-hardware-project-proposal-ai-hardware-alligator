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1" r:id="rId6"/>
    <p:sldId id="260" r:id="rId7"/>
  </p:sldIdLst>
  <p:sldSz cx="12192000" cy="6858000"/>
  <p:notesSz cx="6858000" cy="9144000"/>
  <p:defaultTextStyle>
    <a:defPPr>
      <a:defRPr lang="en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497"/>
    <p:restoredTop sz="94643"/>
  </p:normalViewPr>
  <p:slideViewPr>
    <p:cSldViewPr snapToGrid="0">
      <p:cViewPr varScale="1">
        <p:scale>
          <a:sx n="93" d="100"/>
          <a:sy n="93" d="100"/>
        </p:scale>
        <p:origin x="248" y="6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svg"/><Relationship Id="rId1" Type="http://schemas.openxmlformats.org/officeDocument/2006/relationships/image" Target="../media/image7.png"/><Relationship Id="rId6" Type="http://schemas.openxmlformats.org/officeDocument/2006/relationships/image" Target="../media/image12.svg"/><Relationship Id="rId5" Type="http://schemas.openxmlformats.org/officeDocument/2006/relationships/image" Target="../media/image11.png"/><Relationship Id="rId4" Type="http://schemas.openxmlformats.org/officeDocument/2006/relationships/image" Target="../media/image10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svg"/><Relationship Id="rId1" Type="http://schemas.openxmlformats.org/officeDocument/2006/relationships/image" Target="../media/image7.png"/><Relationship Id="rId6" Type="http://schemas.openxmlformats.org/officeDocument/2006/relationships/image" Target="../media/image12.svg"/><Relationship Id="rId5" Type="http://schemas.openxmlformats.org/officeDocument/2006/relationships/image" Target="../media/image11.png"/><Relationship Id="rId4" Type="http://schemas.openxmlformats.org/officeDocument/2006/relationships/image" Target="../media/image10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colored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accent2">
        <a:alpha val="0"/>
      </a:schemeClr>
    </dgm:fillClrLst>
    <dgm:linClrLst meth="repeat">
      <a:schemeClr val="accent2">
        <a:alpha val="0"/>
      </a:schemeClr>
    </dgm:linClrLst>
    <dgm:effectClrLst/>
    <dgm:txLinClrLst/>
    <dgm:txFillClrLst meth="repeat">
      <a:schemeClr val="accent2"/>
      <a:schemeClr val="accent3"/>
      <a:schemeClr val="accent4"/>
      <a:schemeClr val="accent5"/>
      <a:schemeClr val="accent6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C80E3F6-29AA-4D7A-A547-FA5F0D749261}" type="doc">
      <dgm:prSet loTypeId="urn:microsoft.com/office/officeart/2018/5/layout/IconLeafLabelList" loCatId="icon" qsTypeId="urn:microsoft.com/office/officeart/2005/8/quickstyle/simple1" qsCatId="simple" csTypeId="urn:microsoft.com/office/officeart/2018/5/colors/Iconchunking_coloredtext_colorful1" csCatId="colorful" phldr="1"/>
      <dgm:spPr/>
      <dgm:t>
        <a:bodyPr/>
        <a:lstStyle/>
        <a:p>
          <a:endParaRPr lang="en-US"/>
        </a:p>
      </dgm:t>
    </dgm:pt>
    <dgm:pt modelId="{14F55B7C-0D06-489B-A84C-108E385728D8}">
      <dgm:prSet/>
      <dgm:spPr/>
      <dgm:t>
        <a:bodyPr/>
        <a:lstStyle/>
        <a:p>
          <a:pPr>
            <a:defRPr cap="all"/>
          </a:pPr>
          <a:r>
            <a:rPr lang="en-US"/>
            <a:t>For</a:t>
          </a:r>
          <a:r>
            <a:rPr lang="zh-CN"/>
            <a:t> </a:t>
          </a:r>
          <a:r>
            <a:rPr lang="en-US"/>
            <a:t>implementation</a:t>
          </a:r>
          <a:r>
            <a:rPr lang="zh-CN"/>
            <a:t> </a:t>
          </a:r>
          <a:r>
            <a:rPr lang="en-US"/>
            <a:t>include</a:t>
          </a:r>
          <a:r>
            <a:rPr lang="zh-CN"/>
            <a:t> </a:t>
          </a:r>
          <a:r>
            <a:rPr lang="en-US"/>
            <a:t>more</a:t>
          </a:r>
          <a:r>
            <a:rPr lang="zh-CN"/>
            <a:t> </a:t>
          </a:r>
          <a:r>
            <a:rPr lang="en-US"/>
            <a:t>spices</a:t>
          </a:r>
        </a:p>
      </dgm:t>
    </dgm:pt>
    <dgm:pt modelId="{37630B58-EDE8-4B47-994C-150EDCB6999B}" type="parTrans" cxnId="{D9D1619D-7B4D-4E51-A72B-5CEF1EFB75F2}">
      <dgm:prSet/>
      <dgm:spPr/>
      <dgm:t>
        <a:bodyPr/>
        <a:lstStyle/>
        <a:p>
          <a:endParaRPr lang="en-US"/>
        </a:p>
      </dgm:t>
    </dgm:pt>
    <dgm:pt modelId="{BDF0D4D0-B68D-48C4-9B45-5626D882F2A3}" type="sibTrans" cxnId="{D9D1619D-7B4D-4E51-A72B-5CEF1EFB75F2}">
      <dgm:prSet/>
      <dgm:spPr/>
      <dgm:t>
        <a:bodyPr/>
        <a:lstStyle/>
        <a:p>
          <a:endParaRPr lang="en-US"/>
        </a:p>
      </dgm:t>
    </dgm:pt>
    <dgm:pt modelId="{2B28DDE7-513C-4C98-A83D-668B5A67FD35}">
      <dgm:prSet/>
      <dgm:spPr/>
      <dgm:t>
        <a:bodyPr/>
        <a:lstStyle/>
        <a:p>
          <a:pPr>
            <a:defRPr cap="all"/>
          </a:pPr>
          <a:r>
            <a:rPr lang="en-US"/>
            <a:t>Add</a:t>
          </a:r>
          <a:r>
            <a:rPr lang="zh-CN"/>
            <a:t> </a:t>
          </a:r>
          <a:r>
            <a:rPr lang="en-US"/>
            <a:t>noise</a:t>
          </a:r>
          <a:r>
            <a:rPr lang="zh-CN"/>
            <a:t> </a:t>
          </a:r>
          <a:r>
            <a:rPr lang="en-US"/>
            <a:t>into</a:t>
          </a:r>
          <a:r>
            <a:rPr lang="zh-CN"/>
            <a:t> </a:t>
          </a:r>
          <a:r>
            <a:rPr lang="en-US"/>
            <a:t>training</a:t>
          </a:r>
        </a:p>
      </dgm:t>
    </dgm:pt>
    <dgm:pt modelId="{03381CAA-92AE-4575-B230-A2555932869D}" type="parTrans" cxnId="{2D29B520-08FC-4F4C-B296-27B38FB22CC3}">
      <dgm:prSet/>
      <dgm:spPr/>
      <dgm:t>
        <a:bodyPr/>
        <a:lstStyle/>
        <a:p>
          <a:endParaRPr lang="en-US"/>
        </a:p>
      </dgm:t>
    </dgm:pt>
    <dgm:pt modelId="{7D376A8E-DFDE-4A42-B4EF-6938051F16B0}" type="sibTrans" cxnId="{2D29B520-08FC-4F4C-B296-27B38FB22CC3}">
      <dgm:prSet/>
      <dgm:spPr/>
      <dgm:t>
        <a:bodyPr/>
        <a:lstStyle/>
        <a:p>
          <a:endParaRPr lang="en-US"/>
        </a:p>
      </dgm:t>
    </dgm:pt>
    <dgm:pt modelId="{B9BD710C-2107-4121-B1A1-43F965075566}">
      <dgm:prSet/>
      <dgm:spPr/>
      <dgm:t>
        <a:bodyPr/>
        <a:lstStyle/>
        <a:p>
          <a:pPr>
            <a:defRPr cap="all"/>
          </a:pPr>
          <a:r>
            <a:rPr lang="en-US"/>
            <a:t>Implement</a:t>
          </a:r>
          <a:r>
            <a:rPr lang="zh-CN"/>
            <a:t> </a:t>
          </a:r>
          <a:r>
            <a:rPr lang="en-US"/>
            <a:t>into</a:t>
          </a:r>
          <a:r>
            <a:rPr lang="zh-CN"/>
            <a:t> </a:t>
          </a:r>
          <a:r>
            <a:rPr lang="en-US"/>
            <a:t>hardware</a:t>
          </a:r>
        </a:p>
      </dgm:t>
    </dgm:pt>
    <dgm:pt modelId="{280326C7-161E-4DC1-B47E-CA8D0F0F73E3}" type="parTrans" cxnId="{D7D706C4-58F6-4330-8D28-EA3847E8731C}">
      <dgm:prSet/>
      <dgm:spPr/>
      <dgm:t>
        <a:bodyPr/>
        <a:lstStyle/>
        <a:p>
          <a:endParaRPr lang="en-US"/>
        </a:p>
      </dgm:t>
    </dgm:pt>
    <dgm:pt modelId="{2C6E0F83-08AC-41C7-A460-1B7F9BB1DF81}" type="sibTrans" cxnId="{D7D706C4-58F6-4330-8D28-EA3847E8731C}">
      <dgm:prSet/>
      <dgm:spPr/>
      <dgm:t>
        <a:bodyPr/>
        <a:lstStyle/>
        <a:p>
          <a:endParaRPr lang="en-US"/>
        </a:p>
      </dgm:t>
    </dgm:pt>
    <dgm:pt modelId="{324F174B-F226-4318-B657-DCB35CB506D6}" type="pres">
      <dgm:prSet presAssocID="{EC80E3F6-29AA-4D7A-A547-FA5F0D749261}" presName="root" presStyleCnt="0">
        <dgm:presLayoutVars>
          <dgm:dir/>
          <dgm:resizeHandles val="exact"/>
        </dgm:presLayoutVars>
      </dgm:prSet>
      <dgm:spPr/>
    </dgm:pt>
    <dgm:pt modelId="{167B7F43-2B27-4F59-AC36-F0CF080599F2}" type="pres">
      <dgm:prSet presAssocID="{14F55B7C-0D06-489B-A84C-108E385728D8}" presName="compNode" presStyleCnt="0"/>
      <dgm:spPr/>
    </dgm:pt>
    <dgm:pt modelId="{CAF0D227-01F9-4AD8-9363-536E86094B2F}" type="pres">
      <dgm:prSet presAssocID="{14F55B7C-0D06-489B-A84C-108E385728D8}" presName="iconBgRect" presStyleLbl="bgShp" presStyleIdx="0" presStyleCnt="3"/>
      <dgm:spPr>
        <a:prstGeom prst="round2DiagRect">
          <a:avLst>
            <a:gd name="adj1" fmla="val 29727"/>
            <a:gd name="adj2" fmla="val 0"/>
          </a:avLst>
        </a:prstGeom>
      </dgm:spPr>
    </dgm:pt>
    <dgm:pt modelId="{517B1BD0-9736-40F2-84E3-F14DCECCF04F}" type="pres">
      <dgm:prSet presAssocID="{14F55B7C-0D06-489B-A84C-108E385728D8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ork and knife"/>
        </a:ext>
      </dgm:extLst>
    </dgm:pt>
    <dgm:pt modelId="{FE835FB4-4F04-4A76-820A-038CD61ED146}" type="pres">
      <dgm:prSet presAssocID="{14F55B7C-0D06-489B-A84C-108E385728D8}" presName="spaceRect" presStyleCnt="0"/>
      <dgm:spPr/>
    </dgm:pt>
    <dgm:pt modelId="{CD5FC2DD-0464-45C5-A81F-D731EB10E1A6}" type="pres">
      <dgm:prSet presAssocID="{14F55B7C-0D06-489B-A84C-108E385728D8}" presName="textRect" presStyleLbl="revTx" presStyleIdx="0" presStyleCnt="3">
        <dgm:presLayoutVars>
          <dgm:chMax val="1"/>
          <dgm:chPref val="1"/>
        </dgm:presLayoutVars>
      </dgm:prSet>
      <dgm:spPr/>
    </dgm:pt>
    <dgm:pt modelId="{2062A182-7A1B-4E65-B8E6-1AA27D4EF6AA}" type="pres">
      <dgm:prSet presAssocID="{BDF0D4D0-B68D-48C4-9B45-5626D882F2A3}" presName="sibTrans" presStyleCnt="0"/>
      <dgm:spPr/>
    </dgm:pt>
    <dgm:pt modelId="{0EED6CA1-1401-47A7-A4A4-399B2075D06D}" type="pres">
      <dgm:prSet presAssocID="{2B28DDE7-513C-4C98-A83D-668B5A67FD35}" presName="compNode" presStyleCnt="0"/>
      <dgm:spPr/>
    </dgm:pt>
    <dgm:pt modelId="{AE0180D5-E092-41FC-A479-3344F4B5D666}" type="pres">
      <dgm:prSet presAssocID="{2B28DDE7-513C-4C98-A83D-668B5A67FD35}" presName="iconBgRect" presStyleLbl="bgShp" presStyleIdx="1" presStyleCnt="3"/>
      <dgm:spPr>
        <a:prstGeom prst="round2DiagRect">
          <a:avLst>
            <a:gd name="adj1" fmla="val 29727"/>
            <a:gd name="adj2" fmla="val 0"/>
          </a:avLst>
        </a:prstGeom>
      </dgm:spPr>
    </dgm:pt>
    <dgm:pt modelId="{E71368B9-4EE2-42FE-BD54-67D2F4EBD8E4}" type="pres">
      <dgm:prSet presAssocID="{2B28DDE7-513C-4C98-A83D-668B5A67FD35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Volume"/>
        </a:ext>
      </dgm:extLst>
    </dgm:pt>
    <dgm:pt modelId="{C2E2009B-FA6A-458C-A811-8F7018AAA10D}" type="pres">
      <dgm:prSet presAssocID="{2B28DDE7-513C-4C98-A83D-668B5A67FD35}" presName="spaceRect" presStyleCnt="0"/>
      <dgm:spPr/>
    </dgm:pt>
    <dgm:pt modelId="{EB4D28A2-B1EE-48FD-9A30-8DE06492A86A}" type="pres">
      <dgm:prSet presAssocID="{2B28DDE7-513C-4C98-A83D-668B5A67FD35}" presName="textRect" presStyleLbl="revTx" presStyleIdx="1" presStyleCnt="3">
        <dgm:presLayoutVars>
          <dgm:chMax val="1"/>
          <dgm:chPref val="1"/>
        </dgm:presLayoutVars>
      </dgm:prSet>
      <dgm:spPr/>
    </dgm:pt>
    <dgm:pt modelId="{4843D7EB-54E3-457D-9E8C-A2440E4524C9}" type="pres">
      <dgm:prSet presAssocID="{7D376A8E-DFDE-4A42-B4EF-6938051F16B0}" presName="sibTrans" presStyleCnt="0"/>
      <dgm:spPr/>
    </dgm:pt>
    <dgm:pt modelId="{DD63AECD-4B57-45FD-8E77-D3D0FE560989}" type="pres">
      <dgm:prSet presAssocID="{B9BD710C-2107-4121-B1A1-43F965075566}" presName="compNode" presStyleCnt="0"/>
      <dgm:spPr/>
    </dgm:pt>
    <dgm:pt modelId="{F1C37AAA-D962-46FF-81D3-1C99E5611DAC}" type="pres">
      <dgm:prSet presAssocID="{B9BD710C-2107-4121-B1A1-43F965075566}" presName="iconBgRect" presStyleLbl="bgShp" presStyleIdx="2" presStyleCnt="3"/>
      <dgm:spPr>
        <a:prstGeom prst="round2DiagRect">
          <a:avLst>
            <a:gd name="adj1" fmla="val 29727"/>
            <a:gd name="adj2" fmla="val 0"/>
          </a:avLst>
        </a:prstGeom>
      </dgm:spPr>
    </dgm:pt>
    <dgm:pt modelId="{F335FDEB-0B00-4AA5-B369-A55916C5AAB6}" type="pres">
      <dgm:prSet presAssocID="{B9BD710C-2107-4121-B1A1-43F965075566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omputer"/>
        </a:ext>
      </dgm:extLst>
    </dgm:pt>
    <dgm:pt modelId="{BD09C8F8-E890-4D49-A9BD-D8E344E7E4CA}" type="pres">
      <dgm:prSet presAssocID="{B9BD710C-2107-4121-B1A1-43F965075566}" presName="spaceRect" presStyleCnt="0"/>
      <dgm:spPr/>
    </dgm:pt>
    <dgm:pt modelId="{D0FF55D7-C4A3-41E9-A21A-45F6B87DB998}" type="pres">
      <dgm:prSet presAssocID="{B9BD710C-2107-4121-B1A1-43F965075566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2D29B520-08FC-4F4C-B296-27B38FB22CC3}" srcId="{EC80E3F6-29AA-4D7A-A547-FA5F0D749261}" destId="{2B28DDE7-513C-4C98-A83D-668B5A67FD35}" srcOrd="1" destOrd="0" parTransId="{03381CAA-92AE-4575-B230-A2555932869D}" sibTransId="{7D376A8E-DFDE-4A42-B4EF-6938051F16B0}"/>
    <dgm:cxn modelId="{CD46842B-769F-4211-8BFB-4AF4EC85A656}" type="presOf" srcId="{14F55B7C-0D06-489B-A84C-108E385728D8}" destId="{CD5FC2DD-0464-45C5-A81F-D731EB10E1A6}" srcOrd="0" destOrd="0" presId="urn:microsoft.com/office/officeart/2018/5/layout/IconLeafLabelList"/>
    <dgm:cxn modelId="{C8FED036-3A3B-403D-A818-210481FDE50F}" type="presOf" srcId="{2B28DDE7-513C-4C98-A83D-668B5A67FD35}" destId="{EB4D28A2-B1EE-48FD-9A30-8DE06492A86A}" srcOrd="0" destOrd="0" presId="urn:microsoft.com/office/officeart/2018/5/layout/IconLeafLabelList"/>
    <dgm:cxn modelId="{C1C1016E-6DB7-4860-9CA9-50F5546E4E20}" type="presOf" srcId="{B9BD710C-2107-4121-B1A1-43F965075566}" destId="{D0FF55D7-C4A3-41E9-A21A-45F6B87DB998}" srcOrd="0" destOrd="0" presId="urn:microsoft.com/office/officeart/2018/5/layout/IconLeafLabelList"/>
    <dgm:cxn modelId="{D9D1619D-7B4D-4E51-A72B-5CEF1EFB75F2}" srcId="{EC80E3F6-29AA-4D7A-A547-FA5F0D749261}" destId="{14F55B7C-0D06-489B-A84C-108E385728D8}" srcOrd="0" destOrd="0" parTransId="{37630B58-EDE8-4B47-994C-150EDCB6999B}" sibTransId="{BDF0D4D0-B68D-48C4-9B45-5626D882F2A3}"/>
    <dgm:cxn modelId="{D7D706C4-58F6-4330-8D28-EA3847E8731C}" srcId="{EC80E3F6-29AA-4D7A-A547-FA5F0D749261}" destId="{B9BD710C-2107-4121-B1A1-43F965075566}" srcOrd="2" destOrd="0" parTransId="{280326C7-161E-4DC1-B47E-CA8D0F0F73E3}" sibTransId="{2C6E0F83-08AC-41C7-A460-1B7F9BB1DF81}"/>
    <dgm:cxn modelId="{958ACEE5-39F0-4877-A468-8B5ABA411B71}" type="presOf" srcId="{EC80E3F6-29AA-4D7A-A547-FA5F0D749261}" destId="{324F174B-F226-4318-B657-DCB35CB506D6}" srcOrd="0" destOrd="0" presId="urn:microsoft.com/office/officeart/2018/5/layout/IconLeafLabelList"/>
    <dgm:cxn modelId="{419841FC-09D0-45D9-9A92-72FE23A0CBAE}" type="presParOf" srcId="{324F174B-F226-4318-B657-DCB35CB506D6}" destId="{167B7F43-2B27-4F59-AC36-F0CF080599F2}" srcOrd="0" destOrd="0" presId="urn:microsoft.com/office/officeart/2018/5/layout/IconLeafLabelList"/>
    <dgm:cxn modelId="{74DB0188-3745-47D1-BEFD-DF7BB412DE10}" type="presParOf" srcId="{167B7F43-2B27-4F59-AC36-F0CF080599F2}" destId="{CAF0D227-01F9-4AD8-9363-536E86094B2F}" srcOrd="0" destOrd="0" presId="urn:microsoft.com/office/officeart/2018/5/layout/IconLeafLabelList"/>
    <dgm:cxn modelId="{2EC3AAF3-FE01-4872-9678-411332D2F46B}" type="presParOf" srcId="{167B7F43-2B27-4F59-AC36-F0CF080599F2}" destId="{517B1BD0-9736-40F2-84E3-F14DCECCF04F}" srcOrd="1" destOrd="0" presId="urn:microsoft.com/office/officeart/2018/5/layout/IconLeafLabelList"/>
    <dgm:cxn modelId="{AE61FD00-3770-49E9-8C22-66906128BD31}" type="presParOf" srcId="{167B7F43-2B27-4F59-AC36-F0CF080599F2}" destId="{FE835FB4-4F04-4A76-820A-038CD61ED146}" srcOrd="2" destOrd="0" presId="urn:microsoft.com/office/officeart/2018/5/layout/IconLeafLabelList"/>
    <dgm:cxn modelId="{9A927C0B-AF6D-43C9-8824-8E884043F17D}" type="presParOf" srcId="{167B7F43-2B27-4F59-AC36-F0CF080599F2}" destId="{CD5FC2DD-0464-45C5-A81F-D731EB10E1A6}" srcOrd="3" destOrd="0" presId="urn:microsoft.com/office/officeart/2018/5/layout/IconLeafLabelList"/>
    <dgm:cxn modelId="{EF43F4D2-3AF6-4026-BFFD-ABADC066B4B2}" type="presParOf" srcId="{324F174B-F226-4318-B657-DCB35CB506D6}" destId="{2062A182-7A1B-4E65-B8E6-1AA27D4EF6AA}" srcOrd="1" destOrd="0" presId="urn:microsoft.com/office/officeart/2018/5/layout/IconLeafLabelList"/>
    <dgm:cxn modelId="{BD679FDB-7472-4BE0-AB89-E4BB89C6535C}" type="presParOf" srcId="{324F174B-F226-4318-B657-DCB35CB506D6}" destId="{0EED6CA1-1401-47A7-A4A4-399B2075D06D}" srcOrd="2" destOrd="0" presId="urn:microsoft.com/office/officeart/2018/5/layout/IconLeafLabelList"/>
    <dgm:cxn modelId="{C6505E76-284D-4E1F-B137-873C2EA98CCC}" type="presParOf" srcId="{0EED6CA1-1401-47A7-A4A4-399B2075D06D}" destId="{AE0180D5-E092-41FC-A479-3344F4B5D666}" srcOrd="0" destOrd="0" presId="urn:microsoft.com/office/officeart/2018/5/layout/IconLeafLabelList"/>
    <dgm:cxn modelId="{F2E6DBF9-76A1-419B-9333-D130AEBC0AB7}" type="presParOf" srcId="{0EED6CA1-1401-47A7-A4A4-399B2075D06D}" destId="{E71368B9-4EE2-42FE-BD54-67D2F4EBD8E4}" srcOrd="1" destOrd="0" presId="urn:microsoft.com/office/officeart/2018/5/layout/IconLeafLabelList"/>
    <dgm:cxn modelId="{4E1C28A9-93CF-495E-9547-E8DEF37351F4}" type="presParOf" srcId="{0EED6CA1-1401-47A7-A4A4-399B2075D06D}" destId="{C2E2009B-FA6A-458C-A811-8F7018AAA10D}" srcOrd="2" destOrd="0" presId="urn:microsoft.com/office/officeart/2018/5/layout/IconLeafLabelList"/>
    <dgm:cxn modelId="{64DBD307-EF38-41AF-9B0B-58D3B96DDE5F}" type="presParOf" srcId="{0EED6CA1-1401-47A7-A4A4-399B2075D06D}" destId="{EB4D28A2-B1EE-48FD-9A30-8DE06492A86A}" srcOrd="3" destOrd="0" presId="urn:microsoft.com/office/officeart/2018/5/layout/IconLeafLabelList"/>
    <dgm:cxn modelId="{89CC423C-7A89-484A-83A3-EF6DBE3EB60F}" type="presParOf" srcId="{324F174B-F226-4318-B657-DCB35CB506D6}" destId="{4843D7EB-54E3-457D-9E8C-A2440E4524C9}" srcOrd="3" destOrd="0" presId="urn:microsoft.com/office/officeart/2018/5/layout/IconLeafLabelList"/>
    <dgm:cxn modelId="{5A0E3DB3-741B-46F1-9C34-F4319D823E2F}" type="presParOf" srcId="{324F174B-F226-4318-B657-DCB35CB506D6}" destId="{DD63AECD-4B57-45FD-8E77-D3D0FE560989}" srcOrd="4" destOrd="0" presId="urn:microsoft.com/office/officeart/2018/5/layout/IconLeafLabelList"/>
    <dgm:cxn modelId="{550E9448-6B89-4B33-ACE5-0369AA9ED57E}" type="presParOf" srcId="{DD63AECD-4B57-45FD-8E77-D3D0FE560989}" destId="{F1C37AAA-D962-46FF-81D3-1C99E5611DAC}" srcOrd="0" destOrd="0" presId="urn:microsoft.com/office/officeart/2018/5/layout/IconLeafLabelList"/>
    <dgm:cxn modelId="{70D5477B-44CF-4CE1-877E-9E4975B42033}" type="presParOf" srcId="{DD63AECD-4B57-45FD-8E77-D3D0FE560989}" destId="{F335FDEB-0B00-4AA5-B369-A55916C5AAB6}" srcOrd="1" destOrd="0" presId="urn:microsoft.com/office/officeart/2018/5/layout/IconLeafLabelList"/>
    <dgm:cxn modelId="{B9B26602-A7B1-443F-BA9E-7F7863313F2E}" type="presParOf" srcId="{DD63AECD-4B57-45FD-8E77-D3D0FE560989}" destId="{BD09C8F8-E890-4D49-A9BD-D8E344E7E4CA}" srcOrd="2" destOrd="0" presId="urn:microsoft.com/office/officeart/2018/5/layout/IconLeafLabelList"/>
    <dgm:cxn modelId="{E46D5AAB-5C97-4B2E-AB8B-34811C935C64}" type="presParOf" srcId="{DD63AECD-4B57-45FD-8E77-D3D0FE560989}" destId="{D0FF55D7-C4A3-41E9-A21A-45F6B87DB998}" srcOrd="3" destOrd="0" presId="urn:microsoft.com/office/officeart/2018/5/layout/IconLeaf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AF0D227-01F9-4AD8-9363-536E86094B2F}">
      <dsp:nvSpPr>
        <dsp:cNvPr id="0" name=""/>
        <dsp:cNvSpPr/>
      </dsp:nvSpPr>
      <dsp:spPr>
        <a:xfrm>
          <a:off x="718664" y="453902"/>
          <a:ext cx="1955812" cy="1955812"/>
        </a:xfrm>
        <a:prstGeom prst="round2DiagRect">
          <a:avLst>
            <a:gd name="adj1" fmla="val 29727"/>
            <a:gd name="adj2" fmla="val 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17B1BD0-9736-40F2-84E3-F14DCECCF04F}">
      <dsp:nvSpPr>
        <dsp:cNvPr id="0" name=""/>
        <dsp:cNvSpPr/>
      </dsp:nvSpPr>
      <dsp:spPr>
        <a:xfrm>
          <a:off x="1135476" y="870715"/>
          <a:ext cx="1122187" cy="112218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D5FC2DD-0464-45C5-A81F-D731EB10E1A6}">
      <dsp:nvSpPr>
        <dsp:cNvPr id="0" name=""/>
        <dsp:cNvSpPr/>
      </dsp:nvSpPr>
      <dsp:spPr>
        <a:xfrm>
          <a:off x="93445" y="3018902"/>
          <a:ext cx="3206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2400" kern="1200"/>
            <a:t>For</a:t>
          </a:r>
          <a:r>
            <a:rPr lang="zh-CN" sz="2400" kern="1200"/>
            <a:t> </a:t>
          </a:r>
          <a:r>
            <a:rPr lang="en-US" sz="2400" kern="1200"/>
            <a:t>implementation</a:t>
          </a:r>
          <a:r>
            <a:rPr lang="zh-CN" sz="2400" kern="1200"/>
            <a:t> </a:t>
          </a:r>
          <a:r>
            <a:rPr lang="en-US" sz="2400" kern="1200"/>
            <a:t>include</a:t>
          </a:r>
          <a:r>
            <a:rPr lang="zh-CN" sz="2400" kern="1200"/>
            <a:t> </a:t>
          </a:r>
          <a:r>
            <a:rPr lang="en-US" sz="2400" kern="1200"/>
            <a:t>more</a:t>
          </a:r>
          <a:r>
            <a:rPr lang="zh-CN" sz="2400" kern="1200"/>
            <a:t> </a:t>
          </a:r>
          <a:r>
            <a:rPr lang="en-US" sz="2400" kern="1200"/>
            <a:t>spices</a:t>
          </a:r>
        </a:p>
      </dsp:txBody>
      <dsp:txXfrm>
        <a:off x="93445" y="3018902"/>
        <a:ext cx="3206250" cy="720000"/>
      </dsp:txXfrm>
    </dsp:sp>
    <dsp:sp modelId="{AE0180D5-E092-41FC-A479-3344F4B5D666}">
      <dsp:nvSpPr>
        <dsp:cNvPr id="0" name=""/>
        <dsp:cNvSpPr/>
      </dsp:nvSpPr>
      <dsp:spPr>
        <a:xfrm>
          <a:off x="4486008" y="453902"/>
          <a:ext cx="1955812" cy="1955812"/>
        </a:xfrm>
        <a:prstGeom prst="round2DiagRect">
          <a:avLst>
            <a:gd name="adj1" fmla="val 29727"/>
            <a:gd name="adj2" fmla="val 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71368B9-4EE2-42FE-BD54-67D2F4EBD8E4}">
      <dsp:nvSpPr>
        <dsp:cNvPr id="0" name=""/>
        <dsp:cNvSpPr/>
      </dsp:nvSpPr>
      <dsp:spPr>
        <a:xfrm>
          <a:off x="4902820" y="870715"/>
          <a:ext cx="1122187" cy="112218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B4D28A2-B1EE-48FD-9A30-8DE06492A86A}">
      <dsp:nvSpPr>
        <dsp:cNvPr id="0" name=""/>
        <dsp:cNvSpPr/>
      </dsp:nvSpPr>
      <dsp:spPr>
        <a:xfrm>
          <a:off x="3860789" y="3018902"/>
          <a:ext cx="3206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2400" kern="1200"/>
            <a:t>Add</a:t>
          </a:r>
          <a:r>
            <a:rPr lang="zh-CN" sz="2400" kern="1200"/>
            <a:t> </a:t>
          </a:r>
          <a:r>
            <a:rPr lang="en-US" sz="2400" kern="1200"/>
            <a:t>noise</a:t>
          </a:r>
          <a:r>
            <a:rPr lang="zh-CN" sz="2400" kern="1200"/>
            <a:t> </a:t>
          </a:r>
          <a:r>
            <a:rPr lang="en-US" sz="2400" kern="1200"/>
            <a:t>into</a:t>
          </a:r>
          <a:r>
            <a:rPr lang="zh-CN" sz="2400" kern="1200"/>
            <a:t> </a:t>
          </a:r>
          <a:r>
            <a:rPr lang="en-US" sz="2400" kern="1200"/>
            <a:t>training</a:t>
          </a:r>
        </a:p>
      </dsp:txBody>
      <dsp:txXfrm>
        <a:off x="3860789" y="3018902"/>
        <a:ext cx="3206250" cy="720000"/>
      </dsp:txXfrm>
    </dsp:sp>
    <dsp:sp modelId="{F1C37AAA-D962-46FF-81D3-1C99E5611DAC}">
      <dsp:nvSpPr>
        <dsp:cNvPr id="0" name=""/>
        <dsp:cNvSpPr/>
      </dsp:nvSpPr>
      <dsp:spPr>
        <a:xfrm>
          <a:off x="8253352" y="453902"/>
          <a:ext cx="1955812" cy="1955812"/>
        </a:xfrm>
        <a:prstGeom prst="round2DiagRect">
          <a:avLst>
            <a:gd name="adj1" fmla="val 29727"/>
            <a:gd name="adj2" fmla="val 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335FDEB-0B00-4AA5-B369-A55916C5AAB6}">
      <dsp:nvSpPr>
        <dsp:cNvPr id="0" name=""/>
        <dsp:cNvSpPr/>
      </dsp:nvSpPr>
      <dsp:spPr>
        <a:xfrm>
          <a:off x="8670164" y="870715"/>
          <a:ext cx="1122187" cy="112218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0FF55D7-C4A3-41E9-A21A-45F6B87DB998}">
      <dsp:nvSpPr>
        <dsp:cNvPr id="0" name=""/>
        <dsp:cNvSpPr/>
      </dsp:nvSpPr>
      <dsp:spPr>
        <a:xfrm>
          <a:off x="7628133" y="3018902"/>
          <a:ext cx="3206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2400" kern="1200"/>
            <a:t>Implement</a:t>
          </a:r>
          <a:r>
            <a:rPr lang="zh-CN" sz="2400" kern="1200"/>
            <a:t> </a:t>
          </a:r>
          <a:r>
            <a:rPr lang="en-US" sz="2400" kern="1200"/>
            <a:t>into</a:t>
          </a:r>
          <a:r>
            <a:rPr lang="zh-CN" sz="2400" kern="1200"/>
            <a:t> </a:t>
          </a:r>
          <a:r>
            <a:rPr lang="en-US" sz="2400" kern="1200"/>
            <a:t>hardware</a:t>
          </a:r>
        </a:p>
      </dsp:txBody>
      <dsp:txXfrm>
        <a:off x="7628133" y="3018902"/>
        <a:ext cx="3206250" cy="720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5/layout/IconLeafLabelList">
  <dgm:title val="Icon Leaf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round2DiagRect" r:blip="">
            <dgm:adjLst/>
            <dgm:extLst>
              <a:ext uri="{B698B0E9-8C71-41B9-8309-B3DCBF30829C}">
                <dgm1612:spPr xmlns:dgm1612="http://schemas.microsoft.com/office/drawing/2016/12/diagram">
                  <a:prstGeom prst="round2DiagRect">
                    <a:avLst>
                      <a:gd name="adj1" fmla="val 29727"/>
                      <a:gd name="adj2" fmla="val 0"/>
                    </a:avLst>
                  </a:prstGeom>
                </dgm1612:spPr>
              </a:ext>
            </dgm:ext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35F9BB-A223-1C33-D402-A0AF9DFC120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6C1982A-13E9-01F8-4057-E2688E74111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4CB11D-CA02-78FB-1E23-11FFAD77D5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FAC385-9B48-1E4A-8CEE-6B3668221311}" type="datetimeFigureOut">
              <a:rPr lang="en-CN" smtClean="0"/>
              <a:t>2025/11/19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ED3916-206A-BFC0-020F-BC58670877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E14B27-954D-8EC5-5389-6BF3791E5E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B07336-9778-C844-BF2A-51FFB4A78CB7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6301045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C484C3-9A0F-7FA7-0E15-A63D312381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2C721D-CCE4-4A89-44E0-222F8DD191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991705-B2BB-713C-D777-A0B139721B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FAC385-9B48-1E4A-8CEE-6B3668221311}" type="datetimeFigureOut">
              <a:rPr lang="en-CN" smtClean="0"/>
              <a:t>2025/11/19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C4CA8C-724F-445D-20DF-EBED737C0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17EC3F-350C-29FC-2126-52102C697E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B07336-9778-C844-BF2A-51FFB4A78CB7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7517138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263862-E89E-0B27-3851-68900A7041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BABAF9-05D3-0BD8-DD48-429FD7ED98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05D45B-C910-46E0-8A29-4DC94B5BE0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FAC385-9B48-1E4A-8CEE-6B3668221311}" type="datetimeFigureOut">
              <a:rPr lang="en-CN" smtClean="0"/>
              <a:t>2025/11/19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F70295-B5CB-EAC9-5F54-3019B1D5E9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76D5A1-FC97-8DFF-8B53-B0317FB475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B07336-9778-C844-BF2A-51FFB4A78CB7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6473702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A5ACF7-AF56-65AE-7D8C-E5060BF8B0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F50F21-2619-6046-616B-D4F3CE24E63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0D9F8C6-DB34-E144-F0C3-7A5476F085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A4949B-F692-F633-8656-381C4E9DA3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FAC385-9B48-1E4A-8CEE-6B3668221311}" type="datetimeFigureOut">
              <a:rPr lang="en-CN" smtClean="0"/>
              <a:t>2025/11/19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AD4DD85-DD16-A98E-931F-DBC49AAD03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D91B9F-1AB2-AFC7-F3D9-CE1533F8A0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B07336-9778-C844-BF2A-51FFB4A78CB7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5417303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AC9DCC-BF52-D810-06CD-1773BACAC5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1329B6-0F13-43DB-7FF3-CB46285540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59EC9E7-35B8-EA5E-FC44-0195738227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F73D0B4-CF9B-76F1-E09E-AA6600D333E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04B365B-4173-577D-5748-9F3893A4D57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831AB14-DB77-1A63-5B18-4DA1D6F199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FAC385-9B48-1E4A-8CEE-6B3668221311}" type="datetimeFigureOut">
              <a:rPr lang="en-CN" smtClean="0"/>
              <a:t>2025/11/19</a:t>
            </a:fld>
            <a:endParaRPr lang="en-C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378BE05-5F18-D661-81F0-CF5A8FD9E4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15D4119-584F-0C7E-8C21-AEF4D7267F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B07336-9778-C844-BF2A-51FFB4A78CB7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8085062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E75992-6E19-A4F0-600F-7E2BC640F7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505CEFB-1A35-1516-A168-37EFD8BC53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FAC385-9B48-1E4A-8CEE-6B3668221311}" type="datetimeFigureOut">
              <a:rPr lang="en-CN" smtClean="0"/>
              <a:t>2025/11/19</a:t>
            </a:fld>
            <a:endParaRPr lang="en-C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061055A-7EDB-5153-54FC-7E74C581CE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26EBF0F-4F4E-B176-983D-A22E43A58D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B07336-9778-C844-BF2A-51FFB4A78CB7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3991551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E9B3F11-DBC8-903F-01B7-408997A11B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FAC385-9B48-1E4A-8CEE-6B3668221311}" type="datetimeFigureOut">
              <a:rPr lang="en-CN" smtClean="0"/>
              <a:t>2025/11/19</a:t>
            </a:fld>
            <a:endParaRPr lang="en-C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CC2DD67-BC9E-92D0-FEBC-F75574DC18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21E687-73F4-3075-A4A3-319F74C3FE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B07336-9778-C844-BF2A-51FFB4A78CB7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6161312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C8C7B1-E4EF-EC40-06CA-0D53D6B6A5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0B7417-0224-22A3-CC0B-A6E44F532A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AB6965-0AE7-5F67-C620-7C7381116D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C579462-9298-CBE1-F4F1-2697943A3C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FAC385-9B48-1E4A-8CEE-6B3668221311}" type="datetimeFigureOut">
              <a:rPr lang="en-CN" smtClean="0"/>
              <a:t>2025/11/19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F7F413-8C80-7005-D286-9886C13DA9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D1810B0-B386-CF34-1BA5-52F841559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B07336-9778-C844-BF2A-51FFB4A78CB7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5464867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03F449-378A-ACD9-2791-C2AA63097A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D0508A2-692B-C26A-6A38-3DC46A07E67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49F4BFE-7E4E-38FB-ABFC-10CDC7DCD5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4AE034-348A-F357-0F20-A5ECA6343E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FAC385-9B48-1E4A-8CEE-6B3668221311}" type="datetimeFigureOut">
              <a:rPr lang="en-CN" smtClean="0"/>
              <a:t>2025/11/19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B5BB720-D701-42D8-012F-598E0DBF83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C3D821-F52D-174D-E267-140E22BFAC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B07336-9778-C844-BF2A-51FFB4A78CB7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3837997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88ACBC-F11E-80D9-ABF2-37104761B3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B52F072-2CD7-E089-AA04-B30955104C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81A55F-59F9-18D6-69EF-F33E9C802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FAC385-9B48-1E4A-8CEE-6B3668221311}" type="datetimeFigureOut">
              <a:rPr lang="en-CN" smtClean="0"/>
              <a:t>2025/11/19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617A7D-69B1-ADEE-24DA-17BCB8C382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1488B8-D957-2662-8891-9E3137060D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B07336-9778-C844-BF2A-51FFB4A78CB7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7424592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799FB38-AFD9-7A74-2CE4-C90CEFE8F3E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8E64CA3-5DBA-EEFF-FE06-E394BB45D16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D2C1D4-B13F-3BEE-ED4D-F5F2941026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FAC385-9B48-1E4A-8CEE-6B3668221311}" type="datetimeFigureOut">
              <a:rPr lang="en-CN" smtClean="0"/>
              <a:t>2025/11/19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345E8C-0E4F-76DA-B7A1-7DB6AA2BA5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9ECC3C-C3C4-409B-3EBB-873768FF19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B07336-9778-C844-BF2A-51FFB4A78CB7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42717917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66E5B5D-A3D8-D982-AF51-2059D54BA4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9073B3-7A18-D935-8202-4344B3BA01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5D6E3C-D637-9E37-2FBA-DC7A6FFFDC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DFAC385-9B48-1E4A-8CEE-6B3668221311}" type="datetimeFigureOut">
              <a:rPr lang="en-CN" smtClean="0"/>
              <a:t>2025/11/19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122FE9-E886-702E-B060-BF1DDA3185B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863602-4DE0-9D1B-7439-1706F168457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AB07336-9778-C844-BF2A-51FFB4A78CB7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8824239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34F1179-B481-4F9E-BCA3-AFB972070F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827DC2C4-B485-428A-BF4A-472D2967F4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E04B5EB-F158-4507-90DD-BD23620C7C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5F91F77-BB35-08F5-DE26-C1FF8DA5487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85241" y="1008993"/>
            <a:ext cx="9231410" cy="3542045"/>
          </a:xfrm>
        </p:spPr>
        <p:txBody>
          <a:bodyPr anchor="b">
            <a:normAutofit/>
          </a:bodyPr>
          <a:lstStyle/>
          <a:p>
            <a:pPr algn="l"/>
            <a:r>
              <a:rPr lang="en-US" altLang="zh-CN" sz="8900"/>
              <a:t>AI</a:t>
            </a:r>
            <a:r>
              <a:rPr lang="zh-CN" altLang="en-US" sz="8900"/>
              <a:t> </a:t>
            </a:r>
            <a:r>
              <a:rPr lang="en-US" altLang="zh-CN" sz="8900"/>
              <a:t>Alligators</a:t>
            </a:r>
            <a:r>
              <a:rPr lang="zh-CN" altLang="en-US" sz="8900"/>
              <a:t> </a:t>
            </a:r>
            <a:r>
              <a:rPr lang="en-US" altLang="zh-CN" sz="8900"/>
              <a:t>–</a:t>
            </a:r>
            <a:r>
              <a:rPr lang="zh-CN" altLang="en-US" sz="8900"/>
              <a:t> </a:t>
            </a:r>
            <a:r>
              <a:rPr lang="en-US" altLang="zh-CN" sz="8900"/>
              <a:t>Bird</a:t>
            </a:r>
            <a:r>
              <a:rPr lang="zh-CN" altLang="en-US" sz="8900"/>
              <a:t> </a:t>
            </a:r>
            <a:r>
              <a:rPr lang="en-US" altLang="zh-CN" sz="8900"/>
              <a:t>Sound</a:t>
            </a:r>
            <a:r>
              <a:rPr lang="zh-CN" altLang="en-US" sz="8900"/>
              <a:t> </a:t>
            </a:r>
            <a:r>
              <a:rPr lang="en-US" altLang="zh-CN" sz="8900"/>
              <a:t>Recognition</a:t>
            </a:r>
            <a:endParaRPr lang="en-CN" sz="890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2D97555-5FD4-3228-78A3-BB55CBE967B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85241" y="4582814"/>
            <a:ext cx="7132335" cy="1312657"/>
          </a:xfrm>
        </p:spPr>
        <p:txBody>
          <a:bodyPr anchor="t">
            <a:normAutofit/>
          </a:bodyPr>
          <a:lstStyle/>
          <a:p>
            <a:pPr algn="l"/>
            <a:r>
              <a:rPr lang="en-US" altLang="zh-CN" dirty="0"/>
              <a:t>Presented</a:t>
            </a:r>
            <a:r>
              <a:rPr lang="zh-CN" altLang="en-US" dirty="0"/>
              <a:t> </a:t>
            </a:r>
            <a:r>
              <a:rPr lang="en-US" altLang="zh-CN" dirty="0"/>
              <a:t>by</a:t>
            </a:r>
            <a:r>
              <a:rPr lang="zh-CN" altLang="en-US" dirty="0"/>
              <a:t> </a:t>
            </a:r>
            <a:r>
              <a:rPr lang="en-US" altLang="zh-CN" dirty="0"/>
              <a:t>Kelvin</a:t>
            </a:r>
            <a:r>
              <a:rPr lang="zh-CN" altLang="en-US" dirty="0"/>
              <a:t> </a:t>
            </a:r>
            <a:r>
              <a:rPr lang="en-US" altLang="zh-CN" dirty="0"/>
              <a:t>Kun</a:t>
            </a:r>
            <a:r>
              <a:rPr lang="zh-CN" altLang="en-US" dirty="0"/>
              <a:t> </a:t>
            </a:r>
            <a:r>
              <a:rPr lang="en-US" altLang="zh-CN" dirty="0"/>
              <a:t>Lu,</a:t>
            </a:r>
            <a:r>
              <a:rPr lang="zh-CN" altLang="en-US" dirty="0"/>
              <a:t> </a:t>
            </a:r>
            <a:r>
              <a:rPr lang="en-US" altLang="zh-CN" dirty="0"/>
              <a:t>Haochen</a:t>
            </a:r>
            <a:r>
              <a:rPr lang="zh-CN" altLang="en-US" dirty="0"/>
              <a:t> </a:t>
            </a:r>
            <a:r>
              <a:rPr lang="en-US" altLang="zh-CN" dirty="0"/>
              <a:t>Liu,</a:t>
            </a:r>
            <a:r>
              <a:rPr lang="zh-CN" altLang="en-US" dirty="0"/>
              <a:t> </a:t>
            </a:r>
            <a:r>
              <a:rPr lang="en-US" altLang="zh-CN" dirty="0"/>
              <a:t>Haizhou</a:t>
            </a:r>
            <a:r>
              <a:rPr lang="zh-CN" altLang="en-US" dirty="0"/>
              <a:t> </a:t>
            </a:r>
            <a:r>
              <a:rPr lang="en-US" altLang="zh-CN" dirty="0"/>
              <a:t>Yu</a:t>
            </a:r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3964920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665DBBEF-238B-476B-96AB-8AAC3224EC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6F7DD56-8D0D-7E6A-01DB-60734BA651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2" y="639193"/>
            <a:ext cx="3571810" cy="3573516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 sz="6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Edge Impluse</a:t>
            </a:r>
            <a:endParaRPr lang="en-US" sz="6600" kern="120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57B473-318B-1CAF-705B-4603D4589F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8882" y="4631161"/>
            <a:ext cx="3571810" cy="1559327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>
              <a:buNone/>
            </a:pPr>
            <a:r>
              <a:rPr lang="en-US" altLang="zh-CN" sz="24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Existing Dataset from Hugging face, combined with our own samples</a:t>
            </a:r>
            <a:endParaRPr lang="en-US" sz="2400" kern="120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1" name="sketch line">
            <a:extLst>
              <a:ext uri="{FF2B5EF4-FFF2-40B4-BE49-F238E27FC236}">
                <a16:creationId xmlns:a16="http://schemas.microsoft.com/office/drawing/2014/main" id="{3FCFB1DE-0B7E-48CC-BA90-B2AB0889F9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4409267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D66896C4-51DE-2B69-598E-62AECAE04E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4296" y="1070534"/>
            <a:ext cx="7214616" cy="4689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90129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04812C46-200A-4DEB-A05E-3ED6C68C23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9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94F89F9-6276-0F95-B3CB-7E97455BA78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327" r="6025"/>
          <a:stretch>
            <a:fillRect/>
          </a:stretch>
        </p:blipFill>
        <p:spPr>
          <a:xfrm>
            <a:off x="2522356" y="10"/>
            <a:ext cx="9669642" cy="6857990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D1EA859B-E555-4109-94F3-6700E046E0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7390263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E765C38-7E85-3F31-8D35-60EA24E9E1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822189" cy="1899912"/>
          </a:xfrm>
        </p:spPr>
        <p:txBody>
          <a:bodyPr>
            <a:normAutofit/>
          </a:bodyPr>
          <a:lstStyle/>
          <a:p>
            <a:r>
              <a:rPr lang="en-US" altLang="zh-CN" sz="4000"/>
              <a:t>Preliminary</a:t>
            </a:r>
            <a:r>
              <a:rPr lang="zh-CN" altLang="en-US" sz="4000"/>
              <a:t> </a:t>
            </a:r>
            <a:r>
              <a:rPr lang="en-US" altLang="zh-CN" sz="4000"/>
              <a:t>testing</a:t>
            </a:r>
            <a:r>
              <a:rPr lang="zh-CN" altLang="en-US" sz="4000"/>
              <a:t> </a:t>
            </a:r>
            <a:r>
              <a:rPr lang="en-US" altLang="zh-CN" sz="4000"/>
              <a:t>and</a:t>
            </a:r>
            <a:r>
              <a:rPr lang="zh-CN" altLang="en-US" sz="4000"/>
              <a:t> </a:t>
            </a:r>
            <a:r>
              <a:rPr lang="en-US" altLang="zh-CN" sz="4000"/>
              <a:t>training</a:t>
            </a:r>
            <a:endParaRPr lang="en-CN" sz="40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5CC1D4-984D-73C0-5AC7-09BA5083EE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434201"/>
            <a:ext cx="3822189" cy="3742762"/>
          </a:xfrm>
        </p:spPr>
        <p:txBody>
          <a:bodyPr>
            <a:normAutofit/>
          </a:bodyPr>
          <a:lstStyle/>
          <a:p>
            <a:r>
              <a:rPr lang="en-US" altLang="zh-CN" sz="2000" dirty="0"/>
              <a:t>0.61</a:t>
            </a:r>
            <a:r>
              <a:rPr lang="zh-CN" altLang="en-US" sz="2000" dirty="0"/>
              <a:t> </a:t>
            </a:r>
            <a:r>
              <a:rPr lang="en-US" altLang="zh-CN" sz="2000" dirty="0"/>
              <a:t>Training</a:t>
            </a:r>
            <a:r>
              <a:rPr lang="zh-CN" altLang="en-US" sz="2000" dirty="0"/>
              <a:t> </a:t>
            </a:r>
            <a:r>
              <a:rPr lang="en-US" altLang="zh-CN" sz="2000" dirty="0"/>
              <a:t>Loss</a:t>
            </a:r>
          </a:p>
          <a:p>
            <a:r>
              <a:rPr lang="en-US" altLang="zh-CN" sz="2000" dirty="0"/>
              <a:t>80.8%</a:t>
            </a:r>
            <a:r>
              <a:rPr lang="zh-CN" altLang="en-US" sz="2000" dirty="0"/>
              <a:t> </a:t>
            </a:r>
            <a:r>
              <a:rPr lang="en-US" altLang="zh-CN" sz="2000" dirty="0"/>
              <a:t>accuracy</a:t>
            </a:r>
          </a:p>
          <a:p>
            <a:r>
              <a:rPr lang="en-US" altLang="zh-CN" sz="2000" dirty="0"/>
              <a:t>Not</a:t>
            </a:r>
            <a:r>
              <a:rPr lang="zh-CN" altLang="en-US" sz="2000" dirty="0"/>
              <a:t> </a:t>
            </a:r>
            <a:r>
              <a:rPr lang="en-US" altLang="zh-CN" sz="2000" dirty="0"/>
              <a:t>Ideal,</a:t>
            </a:r>
            <a:r>
              <a:rPr lang="zh-CN" altLang="en-US" sz="2000" dirty="0"/>
              <a:t> </a:t>
            </a:r>
            <a:r>
              <a:rPr lang="en-US" altLang="zh-CN" sz="2000" dirty="0"/>
              <a:t>but</a:t>
            </a:r>
            <a:r>
              <a:rPr lang="zh-CN" altLang="en-US" sz="2000" dirty="0"/>
              <a:t> </a:t>
            </a:r>
            <a:r>
              <a:rPr lang="en-US" altLang="zh-CN" sz="2000" dirty="0"/>
              <a:t>normal</a:t>
            </a:r>
            <a:r>
              <a:rPr lang="zh-CN" altLang="en-US" sz="2000" dirty="0"/>
              <a:t> </a:t>
            </a:r>
            <a:r>
              <a:rPr lang="en-US" altLang="zh-CN" sz="2000" dirty="0"/>
              <a:t>for</a:t>
            </a:r>
            <a:r>
              <a:rPr lang="zh-CN" altLang="en-US" sz="2000" dirty="0"/>
              <a:t> </a:t>
            </a:r>
            <a:r>
              <a:rPr lang="en-US" altLang="zh-CN" sz="2000" dirty="0"/>
              <a:t>this</a:t>
            </a:r>
            <a:r>
              <a:rPr lang="zh-CN" altLang="en-US" sz="2000" dirty="0"/>
              <a:t> </a:t>
            </a:r>
            <a:r>
              <a:rPr lang="en-US" altLang="zh-CN" sz="2000" dirty="0"/>
              <a:t>stage</a:t>
            </a:r>
          </a:p>
          <a:p>
            <a:r>
              <a:rPr lang="en-US" altLang="zh-CN" sz="2000" dirty="0"/>
              <a:t>Next</a:t>
            </a:r>
            <a:r>
              <a:rPr lang="zh-CN" altLang="en-US" sz="2000" dirty="0"/>
              <a:t> </a:t>
            </a:r>
            <a:r>
              <a:rPr lang="en-US" altLang="zh-CN" sz="2000" dirty="0"/>
              <a:t>step,</a:t>
            </a:r>
            <a:r>
              <a:rPr lang="zh-CN" altLang="en-US" sz="2000" dirty="0"/>
              <a:t> </a:t>
            </a:r>
            <a:r>
              <a:rPr lang="en-US" altLang="zh-CN" sz="2000" dirty="0"/>
              <a:t>optimize</a:t>
            </a:r>
            <a:r>
              <a:rPr lang="zh-CN" altLang="en-US" sz="2000" dirty="0"/>
              <a:t> </a:t>
            </a:r>
            <a:r>
              <a:rPr lang="en-US" altLang="zh-CN" sz="2000" dirty="0"/>
              <a:t>training</a:t>
            </a:r>
            <a:r>
              <a:rPr lang="zh-CN" altLang="en-US" sz="2000" dirty="0"/>
              <a:t> </a:t>
            </a:r>
            <a:r>
              <a:rPr lang="en-US" altLang="zh-CN" sz="2000" dirty="0"/>
              <a:t>data</a:t>
            </a:r>
            <a:endParaRPr lang="en-CN" sz="2000" dirty="0"/>
          </a:p>
        </p:txBody>
      </p:sp>
    </p:spTree>
    <p:extLst>
      <p:ext uri="{BB962C8B-B14F-4D97-AF65-F5344CB8AC3E}">
        <p14:creationId xmlns:p14="http://schemas.microsoft.com/office/powerpoint/2010/main" val="42938121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9A42C7B2-7BD6-433A-95AB-5AA4F44B58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3FBF4D4-1253-4FCD-49BB-31BF95333F5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7562"/>
          <a:stretch>
            <a:fillRect/>
          </a:stretch>
        </p:blipFill>
        <p:spPr>
          <a:xfrm>
            <a:off x="-6" y="10"/>
            <a:ext cx="7642746" cy="6857990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0ADDB668-2CA4-4D2B-9C34-3487CA330B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9263" y="3986129"/>
            <a:ext cx="6288261" cy="2253231"/>
          </a:xfrm>
          <a:prstGeom prst="rect">
            <a:avLst/>
          </a:prstGeom>
          <a:solidFill>
            <a:schemeClr val="bg1">
              <a:alpha val="95000"/>
            </a:schemeClr>
          </a:solidFill>
          <a:ln w="12700">
            <a:solidFill>
              <a:srgbClr val="EFEFEF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3D4D29A-BB6A-22F8-8499-0119C5E20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4152624"/>
            <a:ext cx="2112264" cy="1920240"/>
          </a:xfrm>
        </p:spPr>
        <p:txBody>
          <a:bodyPr>
            <a:normAutofit/>
          </a:bodyPr>
          <a:lstStyle/>
          <a:p>
            <a:r>
              <a:rPr lang="en-US" altLang="zh-CN" sz="2400"/>
              <a:t>Data</a:t>
            </a:r>
            <a:r>
              <a:rPr lang="zh-CN" altLang="en-US" sz="2400"/>
              <a:t> </a:t>
            </a:r>
            <a:r>
              <a:rPr lang="en-US" altLang="zh-CN" sz="2400"/>
              <a:t>Diagnosis</a:t>
            </a:r>
            <a:endParaRPr lang="en-CN" sz="2400"/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FE759BDF-F086-491E-81FC-2C1636CA78D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0096" r="4760" b="1"/>
          <a:stretch>
            <a:fillRect/>
          </a:stretch>
        </p:blipFill>
        <p:spPr>
          <a:xfrm>
            <a:off x="7809454" y="1"/>
            <a:ext cx="4382546" cy="3345645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2568BC19-F052-4108-93E1-6A3D1DEC07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08535" y="4784544"/>
            <a:ext cx="128016" cy="6539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5FD337D-4D6B-4C8B-B6F5-121097E098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2394346" y="5103601"/>
            <a:ext cx="14630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95E788-92F4-FEA5-2A96-734F94ABE1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64992" y="4151376"/>
            <a:ext cx="3319272" cy="1920240"/>
          </a:xfrm>
        </p:spPr>
        <p:txBody>
          <a:bodyPr anchor="ctr">
            <a:normAutofit/>
          </a:bodyPr>
          <a:lstStyle/>
          <a:p>
            <a:r>
              <a:rPr lang="en-US" altLang="zh-CN" sz="1700"/>
              <a:t>4</a:t>
            </a:r>
            <a:r>
              <a:rPr lang="zh-CN" altLang="en-US" sz="1700"/>
              <a:t> </a:t>
            </a:r>
            <a:r>
              <a:rPr lang="en-US" altLang="zh-CN" sz="1700"/>
              <a:t>Birds</a:t>
            </a:r>
          </a:p>
          <a:p>
            <a:r>
              <a:rPr lang="en-US" altLang="zh-CN" sz="1700"/>
              <a:t>Some</a:t>
            </a:r>
            <a:r>
              <a:rPr lang="zh-CN" altLang="en-US" sz="1700"/>
              <a:t> </a:t>
            </a:r>
            <a:r>
              <a:rPr lang="en-US" altLang="zh-CN" sz="1700"/>
              <a:t>performed</a:t>
            </a:r>
            <a:r>
              <a:rPr lang="zh-CN" altLang="en-US" sz="1700"/>
              <a:t> </a:t>
            </a:r>
            <a:r>
              <a:rPr lang="en-US" altLang="zh-CN" sz="1700"/>
              <a:t>well</a:t>
            </a:r>
          </a:p>
          <a:p>
            <a:r>
              <a:rPr lang="en-US" altLang="zh-CN" sz="1700"/>
              <a:t>We</a:t>
            </a:r>
            <a:r>
              <a:rPr lang="zh-CN" altLang="en-US" sz="1700"/>
              <a:t> </a:t>
            </a:r>
            <a:r>
              <a:rPr lang="en-US" altLang="zh-CN" sz="1700"/>
              <a:t>think</a:t>
            </a:r>
            <a:r>
              <a:rPr lang="zh-CN" altLang="en-US" sz="1700"/>
              <a:t> </a:t>
            </a:r>
            <a:r>
              <a:rPr lang="en-US" altLang="zh-CN" sz="1700"/>
              <a:t>this</a:t>
            </a:r>
            <a:r>
              <a:rPr lang="zh-CN" altLang="en-US" sz="1700"/>
              <a:t> </a:t>
            </a:r>
            <a:r>
              <a:rPr lang="en-US" altLang="zh-CN" sz="1700"/>
              <a:t>is</a:t>
            </a:r>
            <a:r>
              <a:rPr lang="zh-CN" altLang="en-US" sz="1700"/>
              <a:t> </a:t>
            </a:r>
            <a:r>
              <a:rPr lang="en-US" altLang="zh-CN" sz="1700"/>
              <a:t>due</a:t>
            </a:r>
            <a:r>
              <a:rPr lang="zh-CN" altLang="en-US" sz="1700"/>
              <a:t> </a:t>
            </a:r>
            <a:r>
              <a:rPr lang="en-US" altLang="zh-CN" sz="1700"/>
              <a:t>to</a:t>
            </a:r>
            <a:r>
              <a:rPr lang="zh-CN" altLang="en-US" sz="1700"/>
              <a:t> </a:t>
            </a:r>
            <a:r>
              <a:rPr lang="en-US" altLang="zh-CN" sz="1700"/>
              <a:t>training</a:t>
            </a:r>
            <a:r>
              <a:rPr lang="zh-CN" altLang="en-US" sz="1700"/>
              <a:t> </a:t>
            </a:r>
            <a:r>
              <a:rPr lang="en-US" altLang="zh-CN" sz="1700"/>
              <a:t>sample</a:t>
            </a:r>
            <a:r>
              <a:rPr lang="zh-CN" altLang="en-US" sz="1700"/>
              <a:t> </a:t>
            </a:r>
            <a:r>
              <a:rPr lang="en-US" altLang="zh-CN" sz="1700"/>
              <a:t>issue</a:t>
            </a:r>
            <a:endParaRPr lang="en-CN" sz="1700"/>
          </a:p>
        </p:txBody>
      </p:sp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C976ACC-B606-9C46-C43A-F84B7370533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4678" r="10178" b="1"/>
          <a:stretch>
            <a:fillRect/>
          </a:stretch>
        </p:blipFill>
        <p:spPr>
          <a:xfrm>
            <a:off x="7809462" y="3512354"/>
            <a:ext cx="4382545" cy="33456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64332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own Arrow 7">
            <a:extLst>
              <a:ext uri="{FF2B5EF4-FFF2-40B4-BE49-F238E27FC236}">
                <a16:creationId xmlns:a16="http://schemas.microsoft.com/office/drawing/2014/main" id="{D4771268-CB57-404A-9271-370EB28F60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00100" y="1491343"/>
            <a:ext cx="3333749" cy="3499103"/>
          </a:xfrm>
          <a:prstGeom prst="downArrow">
            <a:avLst>
              <a:gd name="adj1" fmla="val 100000"/>
              <a:gd name="adj2" fmla="val 15788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F459858-F98D-646A-D105-91B00E9B2C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700" y="1967266"/>
            <a:ext cx="2628900" cy="2547257"/>
          </a:xfrm>
          <a:noFill/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6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Data</a:t>
            </a:r>
            <a:r>
              <a:rPr lang="en-US" altLang="zh-CN" sz="36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 Access</a:t>
            </a:r>
            <a:endParaRPr lang="en-US" sz="3600" kern="120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5" name="Content Placeholder 4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399BF6A1-5375-FF11-EFBB-082D30F09A2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169605" y="643466"/>
            <a:ext cx="5996122" cy="5568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09242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F1FC497-CCB1-4D14-336F-D3A2E3F739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US" altLang="zh-CN" sz="4000">
                <a:solidFill>
                  <a:srgbClr val="FFFFFF"/>
                </a:solidFill>
              </a:rPr>
              <a:t>Next</a:t>
            </a:r>
            <a:r>
              <a:rPr lang="zh-CN" altLang="en-US" sz="4000">
                <a:solidFill>
                  <a:srgbClr val="FFFFFF"/>
                </a:solidFill>
              </a:rPr>
              <a:t> </a:t>
            </a:r>
            <a:r>
              <a:rPr lang="en-US" altLang="zh-CN" sz="4000">
                <a:solidFill>
                  <a:srgbClr val="FFFFFF"/>
                </a:solidFill>
              </a:rPr>
              <a:t>steps?</a:t>
            </a:r>
            <a:endParaRPr lang="en-CN" sz="4000">
              <a:solidFill>
                <a:srgbClr val="FFFFFF"/>
              </a:solidFill>
            </a:endParaRP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791947C8-CDAC-BD74-C6B3-3F083FC166F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22720726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5828742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87</Words>
  <Application>Microsoft Macintosh PowerPoint</Application>
  <PresentationFormat>Widescreen</PresentationFormat>
  <Paragraphs>18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Aptos</vt:lpstr>
      <vt:lpstr>Aptos Display</vt:lpstr>
      <vt:lpstr>Arial</vt:lpstr>
      <vt:lpstr>Calibri</vt:lpstr>
      <vt:lpstr>Office Theme</vt:lpstr>
      <vt:lpstr>AI Alligators – Bird Sound Recognition</vt:lpstr>
      <vt:lpstr>Edge Impluse</vt:lpstr>
      <vt:lpstr>Preliminary testing and training</vt:lpstr>
      <vt:lpstr>Data Diagnosis</vt:lpstr>
      <vt:lpstr>Data Access</vt:lpstr>
      <vt:lpstr>Next steps?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Yu, Haizhou (szz5ft)</dc:creator>
  <cp:lastModifiedBy>Yu, Haizhou (szz5ft)</cp:lastModifiedBy>
  <cp:revision>2</cp:revision>
  <dcterms:created xsi:type="dcterms:W3CDTF">2025-11-18T05:38:13Z</dcterms:created>
  <dcterms:modified xsi:type="dcterms:W3CDTF">2025-11-19T18:06:14Z</dcterms:modified>
</cp:coreProperties>
</file>