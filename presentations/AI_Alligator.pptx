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2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DE5978EE-0DD4-F20E-52A5-22F34385A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Team--AI Alligator</a:t>
            </a:r>
          </a:p>
          <a:p>
            <a:pPr algn="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Members--</a:t>
            </a:r>
            <a:r>
              <a:rPr lang="en-US" altLang="zh-CN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Haizhou</a:t>
            </a:r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Yu,</a:t>
            </a:r>
          </a:p>
          <a:p>
            <a:pPr algn="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Kun Lu,</a:t>
            </a:r>
          </a:p>
          <a:p>
            <a:pPr algn="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Haochen Liu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0BBFE0-F1F7-05A2-36E6-C7D623A7C14D}"/>
              </a:ext>
            </a:extLst>
          </p:cNvPr>
          <p:cNvSpPr/>
          <p:nvPr/>
        </p:nvSpPr>
        <p:spPr>
          <a:xfrm>
            <a:off x="51050" y="2403772"/>
            <a:ext cx="90418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Real Time Bird Sound Classifier</a:t>
            </a:r>
            <a:endParaRPr lang="zh-CN" alt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128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Real-Time Bird Sound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rPr dirty="0"/>
              <a:t>Problem: </a:t>
            </a:r>
            <a:r>
              <a:rPr lang="en-US" dirty="0"/>
              <a:t>I</a:t>
            </a:r>
            <a:r>
              <a:rPr lang="en-US" altLang="zh-CN" dirty="0"/>
              <a:t>dentifying bird sounds is crucial for understanding nature and for hobbies, but it remains a time-consuming and difficult task for educators, hobbyists, and conservation groups who lack specialized skills or resources.</a:t>
            </a:r>
            <a:endParaRPr dirty="0"/>
          </a:p>
          <a:p>
            <a:pPr>
              <a:defRPr sz="2200">
                <a:solidFill>
                  <a:srgbClr val="EBEBEB"/>
                </a:solidFill>
              </a:defRPr>
            </a:pPr>
            <a:r>
              <a:rPr dirty="0"/>
              <a:t>Goal: </a:t>
            </a:r>
            <a:r>
              <a:rPr lang="en-US" altLang="zh-CN" dirty="0"/>
              <a:t>By embedding an on-device neural network which can be adaptable for bird song recognition directly from environmental audio. AI Alligator aims to demonstrate the system which enables continuous, low-power bird detection without cloud connectivity. </a:t>
            </a:r>
            <a:endParaRPr dirty="0"/>
          </a:p>
          <a:p>
            <a:pPr>
              <a:defRPr sz="2200">
                <a:solidFill>
                  <a:srgbClr val="EBEBEB"/>
                </a:solidFill>
              </a:defRPr>
            </a:pPr>
            <a:r>
              <a:rPr dirty="0"/>
              <a:t>Platform: </a:t>
            </a:r>
            <a:r>
              <a:rPr dirty="0" err="1"/>
              <a:t>TinyML</a:t>
            </a:r>
            <a:r>
              <a:rPr dirty="0"/>
              <a:t> on Arduino – runs neural network inference locally</a:t>
            </a:r>
            <a:r>
              <a:rPr lang="en-US" dirty="0"/>
              <a:t>; CPP.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Design /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dirty="0"/>
              <a:t>• Hardware: Arduino </a:t>
            </a:r>
            <a:r>
              <a:rPr dirty="0" err="1"/>
              <a:t>TinyML</a:t>
            </a:r>
            <a:r>
              <a:rPr dirty="0"/>
              <a:t> Kit + built‑in microphone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dirty="0"/>
              <a:t>• Software: C++ inference + </a:t>
            </a:r>
            <a:r>
              <a:rPr dirty="0" err="1"/>
              <a:t>TinyML</a:t>
            </a:r>
            <a:r>
              <a:rPr dirty="0"/>
              <a:t> model (TensorFlow Lite)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dirty="0"/>
              <a:t>• Workflow: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dirty="0"/>
              <a:t>   1. Collect dataset (Kaggle / existing)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dirty="0"/>
              <a:t>   2. Train and quantize </a:t>
            </a:r>
            <a:r>
              <a:rPr dirty="0" err="1"/>
              <a:t>TinyNN</a:t>
            </a:r>
            <a:r>
              <a:rPr dirty="0"/>
              <a:t> model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dirty="0"/>
              <a:t>   3. Deploy to Arduino for on‑device inference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dirty="0"/>
              <a:t>• Performance Targets: Accuracy ≥ 95%, Latency &lt; 1s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Deliverables / Schedule /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rPr lang="en-US" dirty="0"/>
              <a:t>Expected d</a:t>
            </a:r>
            <a:r>
              <a:rPr dirty="0"/>
              <a:t>eliverables: Working demo + GitHub + documentation +</a:t>
            </a:r>
            <a:r>
              <a:rPr lang="en-US" dirty="0"/>
              <a:t> </a:t>
            </a:r>
            <a:r>
              <a:rPr dirty="0"/>
              <a:t>final report</a:t>
            </a:r>
            <a:endParaRPr lang="en-US" dirty="0"/>
          </a:p>
          <a:p>
            <a:pPr>
              <a:defRPr sz="2200">
                <a:solidFill>
                  <a:srgbClr val="EBEBEB"/>
                </a:solidFill>
              </a:defRPr>
            </a:pPr>
            <a:r>
              <a:rPr lang="en-US" altLang="zh-CN" dirty="0"/>
              <a:t>Team Roles: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lang="en-US" altLang="zh-CN" dirty="0"/>
              <a:t>	</a:t>
            </a:r>
            <a:r>
              <a:rPr lang="en-US" altLang="zh-CN" dirty="0" err="1"/>
              <a:t>Haizhou</a:t>
            </a:r>
            <a:r>
              <a:rPr lang="en-US" altLang="zh-CN" dirty="0"/>
              <a:t> Yu – Team Lead / Testing/ Coordination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lang="en-US" altLang="zh-CN" dirty="0"/>
              <a:t>	Kun Lu – Hardware Integration &amp; Setup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lang="en-US" altLang="zh-CN" dirty="0"/>
              <a:t>	Haochen Liu – Model Training &amp; Inference</a:t>
            </a:r>
            <a:endParaRPr dirty="0"/>
          </a:p>
          <a:p>
            <a:pPr>
              <a:defRPr sz="2200">
                <a:solidFill>
                  <a:srgbClr val="EBEBEB"/>
                </a:solidFill>
              </a:defRPr>
            </a:pPr>
            <a:r>
              <a:rPr dirty="0"/>
              <a:t>Timeline: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lang="en-US" dirty="0"/>
              <a:t>	</a:t>
            </a:r>
            <a:r>
              <a:rPr dirty="0"/>
              <a:t>Week 2: Proposal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lang="en-US" dirty="0"/>
              <a:t>	</a:t>
            </a:r>
            <a:r>
              <a:rPr dirty="0"/>
              <a:t>Week 4: Midterm presentation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lang="en-US" dirty="0"/>
              <a:t>	</a:t>
            </a:r>
            <a:r>
              <a:rPr dirty="0"/>
              <a:t>Week 6: Prototype integration</a:t>
            </a:r>
          </a:p>
          <a:p>
            <a:pPr marL="0" indent="0">
              <a:buNone/>
              <a:defRPr sz="2200">
                <a:solidFill>
                  <a:srgbClr val="EBEBEB"/>
                </a:solidFill>
              </a:defRPr>
            </a:pPr>
            <a:r>
              <a:rPr lang="en-US" dirty="0"/>
              <a:t>	</a:t>
            </a:r>
            <a:r>
              <a:rPr dirty="0"/>
              <a:t>Final week: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255</Words>
  <Application>Microsoft Office PowerPoint</Application>
  <PresentationFormat>全屏显示(4:3)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演示文稿</vt:lpstr>
      <vt:lpstr>Real-Time Bird Sound Classifier</vt:lpstr>
      <vt:lpstr>System Design / Method</vt:lpstr>
      <vt:lpstr>Deliverables / Schedule / Roles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Liu, Haochen (fhf6vs)</cp:lastModifiedBy>
  <cp:revision>2</cp:revision>
  <dcterms:created xsi:type="dcterms:W3CDTF">2013-01-27T09:14:16Z</dcterms:created>
  <dcterms:modified xsi:type="dcterms:W3CDTF">2025-11-06T01:32:42Z</dcterms:modified>
  <cp:category/>
</cp:coreProperties>
</file>